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84" r:id="rId3"/>
    <p:sldId id="327" r:id="rId4"/>
    <p:sldId id="404" r:id="rId5"/>
    <p:sldId id="281" r:id="rId6"/>
    <p:sldId id="43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17BEC-0ED5-4491-96FC-A169D79C543F}" v="5" dt="2026-10-21T14:43:56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0313" autoAdjust="0"/>
  </p:normalViewPr>
  <p:slideViewPr>
    <p:cSldViewPr snapToGrid="0">
      <p:cViewPr varScale="1">
        <p:scale>
          <a:sx n="167" d="100"/>
          <a:sy n="167" d="100"/>
        </p:scale>
        <p:origin x="61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Blincow" userId="ac6229071bdafc06" providerId="LiveId" clId="{9CE18A4C-68C3-4E97-A0CD-BEA78CB9776D}"/>
    <pc:docChg chg="undo custSel addSld delSld modSld sldOrd">
      <pc:chgData name="Kayla Blincow" userId="ac6229071bdafc06" providerId="LiveId" clId="{9CE18A4C-68C3-4E97-A0CD-BEA78CB9776D}" dt="2026-10-21T17:43:17.960" v="243" actId="20577"/>
      <pc:docMkLst>
        <pc:docMk/>
      </pc:docMkLst>
      <pc:sldChg chg="modSp mod">
        <pc:chgData name="Kayla Blincow" userId="ac6229071bdafc06" providerId="LiveId" clId="{9CE18A4C-68C3-4E97-A0CD-BEA78CB9776D}" dt="2026-10-20T17:18:40.685" v="2" actId="20577"/>
        <pc:sldMkLst>
          <pc:docMk/>
          <pc:sldMk cId="2948685846" sldId="256"/>
        </pc:sldMkLst>
        <pc:spChg chg="mod">
          <ac:chgData name="Kayla Blincow" userId="ac6229071bdafc06" providerId="LiveId" clId="{9CE18A4C-68C3-4E97-A0CD-BEA78CB9776D}" dt="2026-10-20T17:18:40.685" v="2" actId="20577"/>
          <ac:spMkLst>
            <pc:docMk/>
            <pc:sldMk cId="2948685846" sldId="256"/>
            <ac:spMk id="2" creationId="{D24B8A19-FA22-C682-4310-EEAA4459904E}"/>
          </ac:spMkLst>
        </pc:spChg>
      </pc:sldChg>
      <pc:sldChg chg="del">
        <pc:chgData name="Kayla Blincow" userId="ac6229071bdafc06" providerId="LiveId" clId="{9CE18A4C-68C3-4E97-A0CD-BEA78CB9776D}" dt="2026-10-20T19:15:35.433" v="143" actId="47"/>
        <pc:sldMkLst>
          <pc:docMk/>
          <pc:sldMk cId="3050228298" sldId="278"/>
        </pc:sldMkLst>
      </pc:sldChg>
      <pc:sldChg chg="del">
        <pc:chgData name="Kayla Blincow" userId="ac6229071bdafc06" providerId="LiveId" clId="{9CE18A4C-68C3-4E97-A0CD-BEA78CB9776D}" dt="2026-10-20T19:15:35.433" v="143" actId="47"/>
        <pc:sldMkLst>
          <pc:docMk/>
          <pc:sldMk cId="2507641408" sldId="279"/>
        </pc:sldMkLst>
      </pc:sldChg>
      <pc:sldChg chg="del">
        <pc:chgData name="Kayla Blincow" userId="ac6229071bdafc06" providerId="LiveId" clId="{9CE18A4C-68C3-4E97-A0CD-BEA78CB9776D}" dt="2026-10-20T19:15:35.433" v="143" actId="47"/>
        <pc:sldMkLst>
          <pc:docMk/>
          <pc:sldMk cId="3566546447" sldId="280"/>
        </pc:sldMkLst>
      </pc:sldChg>
      <pc:sldChg chg="ord">
        <pc:chgData name="Kayla Blincow" userId="ac6229071bdafc06" providerId="LiveId" clId="{9CE18A4C-68C3-4E97-A0CD-BEA78CB9776D}" dt="2026-10-20T19:15:38.440" v="145"/>
        <pc:sldMkLst>
          <pc:docMk/>
          <pc:sldMk cId="1676525155" sldId="281"/>
        </pc:sldMkLst>
      </pc:sldChg>
      <pc:sldChg chg="modSp mod">
        <pc:chgData name="Kayla Blincow" userId="ac6229071bdafc06" providerId="LiveId" clId="{9CE18A4C-68C3-4E97-A0CD-BEA78CB9776D}" dt="2026-10-21T17:43:17.960" v="243" actId="20577"/>
        <pc:sldMkLst>
          <pc:docMk/>
          <pc:sldMk cId="949666939" sldId="284"/>
        </pc:sldMkLst>
        <pc:spChg chg="mod">
          <ac:chgData name="Kayla Blincow" userId="ac6229071bdafc06" providerId="LiveId" clId="{9CE18A4C-68C3-4E97-A0CD-BEA78CB9776D}" dt="2026-10-21T17:43:17.960" v="243" actId="20577"/>
          <ac:spMkLst>
            <pc:docMk/>
            <pc:sldMk cId="949666939" sldId="284"/>
            <ac:spMk id="3" creationId="{5EC916F8-2617-0B7F-D699-7AE508E9AD38}"/>
          </ac:spMkLst>
        </pc:spChg>
      </pc:sldChg>
      <pc:sldChg chg="modSp add mod">
        <pc:chgData name="Kayla Blincow" userId="ac6229071bdafc06" providerId="LiveId" clId="{9CE18A4C-68C3-4E97-A0CD-BEA78CB9776D}" dt="2026-10-21T14:43:56.574" v="221" actId="1076"/>
        <pc:sldMkLst>
          <pc:docMk/>
          <pc:sldMk cId="747647798" sldId="327"/>
        </pc:sldMkLst>
        <pc:spChg chg="mod">
          <ac:chgData name="Kayla Blincow" userId="ac6229071bdafc06" providerId="LiveId" clId="{9CE18A4C-68C3-4E97-A0CD-BEA78CB9776D}" dt="2026-10-21T14:42:56.618" v="219" actId="20577"/>
          <ac:spMkLst>
            <pc:docMk/>
            <pc:sldMk cId="747647798" sldId="327"/>
            <ac:spMk id="3" creationId="{4D80C236-44B0-7B11-8E06-E9409815B1D2}"/>
          </ac:spMkLst>
        </pc:spChg>
        <pc:picChg chg="mod">
          <ac:chgData name="Kayla Blincow" userId="ac6229071bdafc06" providerId="LiveId" clId="{9CE18A4C-68C3-4E97-A0CD-BEA78CB9776D}" dt="2026-10-21T14:43:56.574" v="221" actId="1076"/>
          <ac:picMkLst>
            <pc:docMk/>
            <pc:sldMk cId="747647798" sldId="327"/>
            <ac:picMk id="4" creationId="{8B5DB3B3-F757-F834-0320-35001846FD7B}"/>
          </ac:picMkLst>
        </pc:picChg>
      </pc:sldChg>
      <pc:sldChg chg="del">
        <pc:chgData name="Kayla Blincow" userId="ac6229071bdafc06" providerId="LiveId" clId="{9CE18A4C-68C3-4E97-A0CD-BEA78CB9776D}" dt="2026-10-20T17:19:42.986" v="119" actId="47"/>
        <pc:sldMkLst>
          <pc:docMk/>
          <pc:sldMk cId="514007579" sldId="332"/>
        </pc:sldMkLst>
      </pc:sldChg>
      <pc:sldChg chg="del">
        <pc:chgData name="Kayla Blincow" userId="ac6229071bdafc06" providerId="LiveId" clId="{9CE18A4C-68C3-4E97-A0CD-BEA78CB9776D}" dt="2026-10-20T17:19:42.986" v="119" actId="47"/>
        <pc:sldMkLst>
          <pc:docMk/>
          <pc:sldMk cId="4089442511" sldId="333"/>
        </pc:sldMkLst>
      </pc:sldChg>
      <pc:sldChg chg="del">
        <pc:chgData name="Kayla Blincow" userId="ac6229071bdafc06" providerId="LiveId" clId="{9CE18A4C-68C3-4E97-A0CD-BEA78CB9776D}" dt="2026-10-20T17:19:42.986" v="119" actId="47"/>
        <pc:sldMkLst>
          <pc:docMk/>
          <pc:sldMk cId="823057693" sldId="334"/>
        </pc:sldMkLst>
      </pc:sldChg>
      <pc:sldChg chg="add">
        <pc:chgData name="Kayla Blincow" userId="ac6229071bdafc06" providerId="LiveId" clId="{9CE18A4C-68C3-4E97-A0CD-BEA78CB9776D}" dt="2026-10-20T17:19:45.356" v="120"/>
        <pc:sldMkLst>
          <pc:docMk/>
          <pc:sldMk cId="732544288" sldId="404"/>
        </pc:sldMkLst>
      </pc:sldChg>
      <pc:sldChg chg="del">
        <pc:chgData name="Kayla Blincow" userId="ac6229071bdafc06" providerId="LiveId" clId="{9CE18A4C-68C3-4E97-A0CD-BEA78CB9776D}" dt="2026-10-20T19:15:40.286" v="146" actId="47"/>
        <pc:sldMkLst>
          <pc:docMk/>
          <pc:sldMk cId="1034844089" sldId="432"/>
        </pc:sldMkLst>
      </pc:sldChg>
      <pc:sldChg chg="del">
        <pc:chgData name="Kayla Blincow" userId="ac6229071bdafc06" providerId="LiveId" clId="{9CE18A4C-68C3-4E97-A0CD-BEA78CB9776D}" dt="2026-10-20T19:15:35.433" v="143" actId="47"/>
        <pc:sldMkLst>
          <pc:docMk/>
          <pc:sldMk cId="1258566840" sldId="433"/>
        </pc:sldMkLst>
      </pc:sldChg>
      <pc:sldChg chg="modSp new mod">
        <pc:chgData name="Kayla Blincow" userId="ac6229071bdafc06" providerId="LiveId" clId="{9CE18A4C-68C3-4E97-A0CD-BEA78CB9776D}" dt="2026-10-20T17:20:21.851" v="142"/>
        <pc:sldMkLst>
          <pc:docMk/>
          <pc:sldMk cId="3572802807" sldId="434"/>
        </pc:sldMkLst>
        <pc:spChg chg="mod">
          <ac:chgData name="Kayla Blincow" userId="ac6229071bdafc06" providerId="LiveId" clId="{9CE18A4C-68C3-4E97-A0CD-BEA78CB9776D}" dt="2026-10-20T17:20:13.161" v="141" actId="20577"/>
          <ac:spMkLst>
            <pc:docMk/>
            <pc:sldMk cId="3572802807" sldId="434"/>
            <ac:spMk id="2" creationId="{22D80608-2A6F-23D8-3536-49474BE877BC}"/>
          </ac:spMkLst>
        </pc:spChg>
        <pc:spChg chg="mod">
          <ac:chgData name="Kayla Blincow" userId="ac6229071bdafc06" providerId="LiveId" clId="{9CE18A4C-68C3-4E97-A0CD-BEA78CB9776D}" dt="2026-10-20T17:20:21.851" v="142"/>
          <ac:spMkLst>
            <pc:docMk/>
            <pc:sldMk cId="3572802807" sldId="434"/>
            <ac:spMk id="3" creationId="{A107A1C5-D865-3A2A-6107-BE2330F816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C65F-9207-41AE-8C53-46E5EA7B4DD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2F4B8-4792-4BBE-9010-0D4D9882B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7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A2DA7E-11E7-48AB-82F5-7068197A42C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-statistics.co/ANCOVA-in-R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A19-FA22-C682-4310-EEAA4459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30" y="1600200"/>
            <a:ext cx="5855368" cy="1801311"/>
          </a:xfrm>
        </p:spPr>
        <p:txBody>
          <a:bodyPr/>
          <a:lstStyle/>
          <a:p>
            <a:r>
              <a:rPr lang="en-US" dirty="0"/>
              <a:t>MES 503 Lab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767E-3D5A-B7E7-2441-4EBD66E2A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0" y="3602038"/>
            <a:ext cx="5855369" cy="1655762"/>
          </a:xfrm>
        </p:spPr>
        <p:txBody>
          <a:bodyPr/>
          <a:lstStyle/>
          <a:p>
            <a:r>
              <a:rPr lang="en-US" dirty="0"/>
              <a:t>Kayla Blincow, PhD</a:t>
            </a:r>
          </a:p>
        </p:txBody>
      </p:sp>
      <p:pic>
        <p:nvPicPr>
          <p:cNvPr id="4" name="Picture 2" descr="R Memes for Statistical Fiends on Twitter: &quot;More R memes created directly  in R with @thosjleeper package &quot;memes&quot; https://t.co/R6MNt7sSzV #rstats… &quot;">
            <a:extLst>
              <a:ext uri="{FF2B5EF4-FFF2-40B4-BE49-F238E27FC236}">
                <a16:creationId xmlns:a16="http://schemas.microsoft.com/office/drawing/2014/main" id="{4E2F905E-C631-73E1-AB39-F358E6C87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43" y="1250651"/>
            <a:ext cx="3449053" cy="435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8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A48-B850-58D5-1576-8EEEB41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6F8-2617-0B7F-D699-7AE508E9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Quiz today!</a:t>
            </a:r>
          </a:p>
          <a:p>
            <a:r>
              <a:rPr lang="en-US" dirty="0">
                <a:sym typeface="Wingdings" panose="05000000000000000000" pitchFamily="2" charset="2"/>
              </a:rPr>
              <a:t>Lab Assignment 4 Posted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Due next Thursday</a:t>
            </a:r>
          </a:p>
          <a:p>
            <a:r>
              <a:rPr lang="en-US" dirty="0">
                <a:sym typeface="Wingdings" panose="05000000000000000000" pitchFamily="2" charset="2"/>
              </a:rPr>
              <a:t>Working on grading assignment 3</a:t>
            </a:r>
            <a:endParaRPr lang="en-US" dirty="0"/>
          </a:p>
          <a:p>
            <a:r>
              <a:rPr lang="en-US" dirty="0"/>
              <a:t>Office hours tomorrow?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5DA08-0A89-1243-C600-2D30A830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32" y="253837"/>
            <a:ext cx="6407479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F1E5-58EF-9026-B9B0-CF2D8643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0C236-44B0-7B11-8E06-E9409815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8360" cy="4351338"/>
          </a:xfrm>
        </p:spPr>
        <p:txBody>
          <a:bodyPr/>
          <a:lstStyle/>
          <a:p>
            <a:r>
              <a:rPr lang="en-US" dirty="0"/>
              <a:t>Special case of multiple linear regression</a:t>
            </a:r>
          </a:p>
          <a:p>
            <a:r>
              <a:rPr lang="en-US" dirty="0"/>
              <a:t>Limited to having one categorical and (usually) one continuous independent variable</a:t>
            </a:r>
          </a:p>
          <a:p>
            <a:pPr lvl="1"/>
            <a:r>
              <a:rPr lang="en-US" dirty="0"/>
              <a:t>Usually run in the context of wanting to know about differences in the categorical variable but the continuous variable is confounding</a:t>
            </a:r>
          </a:p>
          <a:p>
            <a:pPr lvl="1"/>
            <a:r>
              <a:rPr lang="en-US" dirty="0"/>
              <a:t>NO interaction effects allowed!</a:t>
            </a:r>
          </a:p>
        </p:txBody>
      </p:sp>
      <p:pic>
        <p:nvPicPr>
          <p:cNvPr id="4" name="Picture 2" descr="Same Same But Different? - skeptical baby - quickmeme">
            <a:extLst>
              <a:ext uri="{FF2B5EF4-FFF2-40B4-BE49-F238E27FC236}">
                <a16:creationId xmlns:a16="http://schemas.microsoft.com/office/drawing/2014/main" id="{8B5DB3B3-F757-F834-0320-35001846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939" y="2045198"/>
            <a:ext cx="2957211" cy="334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647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E765-BABE-4ACF-B6E9-348E4883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Crickets!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C262-837A-CD5E-BEC2-E48FBB451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126"/>
            <a:ext cx="5995737" cy="460483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are researchers studying t</a:t>
            </a:r>
            <a:r>
              <a:rPr lang="en-US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 cricket species, </a:t>
            </a:r>
            <a:r>
              <a:rPr lang="en-US" sz="2800" i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Oecanthus</a:t>
            </a:r>
            <a:r>
              <a:rPr lang="en-US" sz="2800" i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exclamationis</a:t>
            </a:r>
            <a:r>
              <a:rPr lang="en-US" sz="2800" i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</a:t>
            </a:r>
            <a:r>
              <a:rPr lang="en-US" sz="2800" i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Oecanthus</a:t>
            </a:r>
            <a:r>
              <a:rPr lang="en-US" sz="2800" i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niveus</a:t>
            </a:r>
            <a:r>
              <a:rPr lang="en-US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</a:t>
            </a:r>
            <a:r>
              <a:rPr lang="en-US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 to see if the pulse rates of their songs are different, because we suspect that females of the different species identify mates based on pulse rate.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song pulses are known to be affected by temperature.</a:t>
            </a:r>
            <a:endParaRPr lang="en-US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122" name="Picture 2" descr="Male Davis' tree cricket - Oecanthus exclamationis - BugGuide.Net">
            <a:extLst>
              <a:ext uri="{FF2B5EF4-FFF2-40B4-BE49-F238E27FC236}">
                <a16:creationId xmlns:a16="http://schemas.microsoft.com/office/drawing/2014/main" id="{4E08D1D9-0C67-17B2-D453-19979B36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043" y="-53626"/>
            <a:ext cx="4555957" cy="380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arrow-winged Tree Cricket (Oecanthus niveus) · iNaturalist Canada">
            <a:extLst>
              <a:ext uri="{FF2B5EF4-FFF2-40B4-BE49-F238E27FC236}">
                <a16:creationId xmlns:a16="http://schemas.microsoft.com/office/drawing/2014/main" id="{44491A4F-2128-5483-48DE-DC0F00897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429000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54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1A16-3874-4C89-9F2F-5B325BE0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code!</a:t>
            </a:r>
          </a:p>
        </p:txBody>
      </p:sp>
      <p:pic>
        <p:nvPicPr>
          <p:cNvPr id="7172" name="Picture 4" descr="Coding GIFs | Tenor">
            <a:extLst>
              <a:ext uri="{FF2B5EF4-FFF2-40B4-BE49-F238E27FC236}">
                <a16:creationId xmlns:a16="http://schemas.microsoft.com/office/drawing/2014/main" id="{6AF61F1F-E66D-4264-88E0-6F954CB5DFC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12" y="2082442"/>
            <a:ext cx="3870575" cy="387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52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0608-2A6F-23D8-3536-49474BE8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A1C5-D865-3A2A-6107-BE2330F81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ANCOVA in R: Control a Covariate, Gain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0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1828</TotalTime>
  <Words>151</Words>
  <Application>Microsoft Office PowerPoint</Application>
  <PresentationFormat>Widescreen</PresentationFormat>
  <Paragraphs>21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MES 503 Lab 10</vt:lpstr>
      <vt:lpstr>Announcements</vt:lpstr>
      <vt:lpstr>ANCOVA</vt:lpstr>
      <vt:lpstr>Scenario: Crickets!</vt:lpstr>
      <vt:lpstr>Switch to code!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Blincow</dc:creator>
  <cp:lastModifiedBy>Kayla Blincow</cp:lastModifiedBy>
  <cp:revision>6</cp:revision>
  <dcterms:created xsi:type="dcterms:W3CDTF">2026-01-08T19:59:11Z</dcterms:created>
  <dcterms:modified xsi:type="dcterms:W3CDTF">2026-10-21T17:43:21Z</dcterms:modified>
</cp:coreProperties>
</file>