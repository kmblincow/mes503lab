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89" r:id="rId1"/>
  </p:sldMasterIdLst>
  <p:notesMasterIdLst>
    <p:notesMasterId r:id="rId13"/>
  </p:notesMasterIdLst>
  <p:sldIdLst>
    <p:sldId id="327" r:id="rId2"/>
    <p:sldId id="284" r:id="rId3"/>
    <p:sldId id="318" r:id="rId4"/>
    <p:sldId id="319" r:id="rId5"/>
    <p:sldId id="320" r:id="rId6"/>
    <p:sldId id="321" r:id="rId7"/>
    <p:sldId id="326" r:id="rId8"/>
    <p:sldId id="324" r:id="rId9"/>
    <p:sldId id="256" r:id="rId10"/>
    <p:sldId id="257" r:id="rId11"/>
    <p:sldId id="258" r:id="rId1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4E668BF0-029F-4430-A815-4E469E2A1ECB}">
          <p14:sldIdLst>
            <p14:sldId id="327"/>
            <p14:sldId id="284"/>
            <p14:sldId id="318"/>
            <p14:sldId id="319"/>
            <p14:sldId id="320"/>
            <p14:sldId id="321"/>
            <p14:sldId id="326"/>
            <p14:sldId id="324"/>
            <p14:sldId id="256"/>
            <p14:sldId id="257"/>
            <p14:sldId id="258"/>
          </p14:sldIdLst>
        </p14:section>
        <p14:section name="Untitled Section" id="{AE92FAA3-940F-4852-A04F-3F7D3FF656C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3DC3BE7-34FB-4A0C-8804-7888C6EE9A4A}" v="9" dt="2026-10-27T20:33:41.48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84046" autoAdjust="0"/>
  </p:normalViewPr>
  <p:slideViewPr>
    <p:cSldViewPr snapToGrid="0">
      <p:cViewPr varScale="1">
        <p:scale>
          <a:sx n="63" d="100"/>
          <a:sy n="63" d="100"/>
        </p:scale>
        <p:origin x="804" y="5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18" Type="http://schemas.microsoft.com/office/2016/11/relationships/changesInfo" Target="changesInfos/changesInfo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19"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Kayla Blincow" userId="ac6229071bdafc06" providerId="LiveId" clId="{9CE18A4C-68C3-4E97-A0CD-BEA78CB9776D}"/>
    <pc:docChg chg="addSld delSld modSld sldOrd modSection">
      <pc:chgData name="Kayla Blincow" userId="ac6229071bdafc06" providerId="LiveId" clId="{9CE18A4C-68C3-4E97-A0CD-BEA78CB9776D}" dt="2026-10-27T20:40:59.934" v="928" actId="20577"/>
      <pc:docMkLst>
        <pc:docMk/>
      </pc:docMkLst>
      <pc:sldChg chg="modNotesTx">
        <pc:chgData name="Kayla Blincow" userId="ac6229071bdafc06" providerId="LiveId" clId="{9CE18A4C-68C3-4E97-A0CD-BEA78CB9776D}" dt="2026-10-27T20:08:04.206" v="0" actId="20577"/>
        <pc:sldMkLst>
          <pc:docMk/>
          <pc:sldMk cId="2678818095" sldId="256"/>
        </pc:sldMkLst>
      </pc:sldChg>
      <pc:sldChg chg="modNotesTx">
        <pc:chgData name="Kayla Blincow" userId="ac6229071bdafc06" providerId="LiveId" clId="{9CE18A4C-68C3-4E97-A0CD-BEA78CB9776D}" dt="2026-10-27T20:13:49.297" v="755" actId="20577"/>
        <pc:sldMkLst>
          <pc:docMk/>
          <pc:sldMk cId="157032003" sldId="257"/>
        </pc:sldMkLst>
      </pc:sldChg>
      <pc:sldChg chg="del">
        <pc:chgData name="Kayla Blincow" userId="ac6229071bdafc06" providerId="LiveId" clId="{9CE18A4C-68C3-4E97-A0CD-BEA78CB9776D}" dt="2026-10-27T20:33:25.323" v="764" actId="47"/>
        <pc:sldMkLst>
          <pc:docMk/>
          <pc:sldMk cId="2600757249" sldId="259"/>
        </pc:sldMkLst>
      </pc:sldChg>
      <pc:sldChg chg="modSp add mod ord">
        <pc:chgData name="Kayla Blincow" userId="ac6229071bdafc06" providerId="LiveId" clId="{9CE18A4C-68C3-4E97-A0CD-BEA78CB9776D}" dt="2026-10-27T20:40:59.934" v="928" actId="20577"/>
        <pc:sldMkLst>
          <pc:docMk/>
          <pc:sldMk cId="949666939" sldId="284"/>
        </pc:sldMkLst>
        <pc:spChg chg="mod">
          <ac:chgData name="Kayla Blincow" userId="ac6229071bdafc06" providerId="LiveId" clId="{9CE18A4C-68C3-4E97-A0CD-BEA78CB9776D}" dt="2026-10-27T20:40:59.934" v="928" actId="20577"/>
          <ac:spMkLst>
            <pc:docMk/>
            <pc:sldMk cId="949666939" sldId="284"/>
            <ac:spMk id="3" creationId="{5EC916F8-2617-0B7F-D699-7AE508E9AD38}"/>
          </ac:spMkLst>
        </pc:spChg>
      </pc:sldChg>
      <pc:sldChg chg="add">
        <pc:chgData name="Kayla Blincow" userId="ac6229071bdafc06" providerId="LiveId" clId="{9CE18A4C-68C3-4E97-A0CD-BEA78CB9776D}" dt="2026-10-27T20:32:23.307" v="762"/>
        <pc:sldMkLst>
          <pc:docMk/>
          <pc:sldMk cId="3207386173" sldId="318"/>
        </pc:sldMkLst>
      </pc:sldChg>
      <pc:sldChg chg="add">
        <pc:chgData name="Kayla Blincow" userId="ac6229071bdafc06" providerId="LiveId" clId="{9CE18A4C-68C3-4E97-A0CD-BEA78CB9776D}" dt="2026-10-27T20:32:38.482" v="763"/>
        <pc:sldMkLst>
          <pc:docMk/>
          <pc:sldMk cId="1938947169" sldId="319"/>
        </pc:sldMkLst>
      </pc:sldChg>
      <pc:sldChg chg="add">
        <pc:chgData name="Kayla Blincow" userId="ac6229071bdafc06" providerId="LiveId" clId="{9CE18A4C-68C3-4E97-A0CD-BEA78CB9776D}" dt="2026-10-27T20:32:38.482" v="763"/>
        <pc:sldMkLst>
          <pc:docMk/>
          <pc:sldMk cId="285636063" sldId="320"/>
        </pc:sldMkLst>
      </pc:sldChg>
      <pc:sldChg chg="add">
        <pc:chgData name="Kayla Blincow" userId="ac6229071bdafc06" providerId="LiveId" clId="{9CE18A4C-68C3-4E97-A0CD-BEA78CB9776D}" dt="2026-10-27T20:31:34.929" v="756"/>
        <pc:sldMkLst>
          <pc:docMk/>
          <pc:sldMk cId="2160442981" sldId="321"/>
        </pc:sldMkLst>
      </pc:sldChg>
      <pc:sldChg chg="add ord">
        <pc:chgData name="Kayla Blincow" userId="ac6229071bdafc06" providerId="LiveId" clId="{9CE18A4C-68C3-4E97-A0CD-BEA78CB9776D}" dt="2026-10-27T20:31:56.273" v="759"/>
        <pc:sldMkLst>
          <pc:docMk/>
          <pc:sldMk cId="2578597199" sldId="324"/>
        </pc:sldMkLst>
      </pc:sldChg>
      <pc:sldChg chg="add ord">
        <pc:chgData name="Kayla Blincow" userId="ac6229071bdafc06" providerId="LiveId" clId="{9CE18A4C-68C3-4E97-A0CD-BEA78CB9776D}" dt="2026-10-27T20:31:59.121" v="761"/>
        <pc:sldMkLst>
          <pc:docMk/>
          <pc:sldMk cId="4170928680" sldId="326"/>
        </pc:sldMkLst>
      </pc:sldChg>
      <pc:sldChg chg="modSp add mod ord">
        <pc:chgData name="Kayla Blincow" userId="ac6229071bdafc06" providerId="LiveId" clId="{9CE18A4C-68C3-4E97-A0CD-BEA78CB9776D}" dt="2026-10-27T20:33:55.616" v="771" actId="20577"/>
        <pc:sldMkLst>
          <pc:docMk/>
          <pc:sldMk cId="2948685846" sldId="327"/>
        </pc:sldMkLst>
        <pc:spChg chg="mod">
          <ac:chgData name="Kayla Blincow" userId="ac6229071bdafc06" providerId="LiveId" clId="{9CE18A4C-68C3-4E97-A0CD-BEA78CB9776D}" dt="2026-10-27T20:33:55.616" v="771" actId="20577"/>
          <ac:spMkLst>
            <pc:docMk/>
            <pc:sldMk cId="2948685846" sldId="327"/>
            <ac:spMk id="2" creationId="{D24B8A19-FA22-C682-4310-EEAA4459904E}"/>
          </ac:spMkLst>
        </pc:spChg>
      </pc:sldChg>
      <pc:sldChg chg="add del">
        <pc:chgData name="Kayla Blincow" userId="ac6229071bdafc06" providerId="LiveId" clId="{9CE18A4C-68C3-4E97-A0CD-BEA78CB9776D}" dt="2026-10-27T20:33:29.026" v="766"/>
        <pc:sldMkLst>
          <pc:docMk/>
          <pc:sldMk cId="3678275170" sldId="327"/>
        </pc:sldMkLst>
      </pc:sldChg>
      <pc:sldChg chg="add del">
        <pc:chgData name="Kayla Blincow" userId="ac6229071bdafc06" providerId="LiveId" clId="{9CE18A4C-68C3-4E97-A0CD-BEA78CB9776D}" dt="2026-10-27T20:33:29.026" v="766"/>
        <pc:sldMkLst>
          <pc:docMk/>
          <pc:sldMk cId="973742649" sldId="328"/>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CD0E126-B8FB-4F38-87FC-E63FB4BDDE51}" type="datetimeFigureOut">
              <a:rPr lang="en-US" smtClean="0"/>
              <a:t>10/27/2026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50AB6E2-3D28-450E-9825-49CD3769091C}" type="slidenum">
              <a:rPr lang="en-US" smtClean="0"/>
              <a:t>‹#›</a:t>
            </a:fld>
            <a:endParaRPr lang="en-US"/>
          </a:p>
        </p:txBody>
      </p:sp>
    </p:spTree>
    <p:extLst>
      <p:ext uri="{BB962C8B-B14F-4D97-AF65-F5344CB8AC3E}">
        <p14:creationId xmlns:p14="http://schemas.microsoft.com/office/powerpoint/2010/main" val="336919494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532F4B8-4792-4BBE-9010-0D4D9882B9B9}" type="slidenum">
              <a:rPr lang="en-US" smtClean="0"/>
              <a:t>1</a:t>
            </a:fld>
            <a:endParaRPr lang="en-US"/>
          </a:p>
        </p:txBody>
      </p:sp>
    </p:spTree>
    <p:extLst>
      <p:ext uri="{BB962C8B-B14F-4D97-AF65-F5344CB8AC3E}">
        <p14:creationId xmlns:p14="http://schemas.microsoft.com/office/powerpoint/2010/main" val="364324705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br>
              <a:rPr lang="en-US" dirty="0"/>
            </a:br>
            <a:endParaRPr lang="en-US" dirty="0"/>
          </a:p>
        </p:txBody>
      </p:sp>
      <p:sp>
        <p:nvSpPr>
          <p:cNvPr id="4" name="Slide Number Placeholder 3"/>
          <p:cNvSpPr>
            <a:spLocks noGrp="1"/>
          </p:cNvSpPr>
          <p:nvPr>
            <p:ph type="sldNum" sz="quarter" idx="5"/>
          </p:nvPr>
        </p:nvSpPr>
        <p:spPr/>
        <p:txBody>
          <a:bodyPr/>
          <a:lstStyle/>
          <a:p>
            <a:fld id="{350AB6E2-3D28-450E-9825-49CD3769091C}" type="slidenum">
              <a:rPr lang="en-US" smtClean="0"/>
              <a:t>9</a:t>
            </a:fld>
            <a:endParaRPr lang="en-US"/>
          </a:p>
        </p:txBody>
      </p:sp>
    </p:spTree>
    <p:extLst>
      <p:ext uri="{BB962C8B-B14F-4D97-AF65-F5344CB8AC3E}">
        <p14:creationId xmlns:p14="http://schemas.microsoft.com/office/powerpoint/2010/main" val="398523234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a:r>
              <a:rPr lang="en-US" sz="1200" b="0" i="0" u="none" strike="noStrike" kern="1200" dirty="0">
                <a:solidFill>
                  <a:schemeClr val="tx1"/>
                </a:solidFill>
                <a:effectLst/>
                <a:latin typeface="+mn-lt"/>
                <a:ea typeface="+mn-ea"/>
                <a:cs typeface="+mn-cs"/>
              </a:rPr>
              <a:t>Perched on a rocky stretch of coastline stands Blackwater Manor, the former home of Dr. Elias Wren, a reclusive marine biologist whose name was once well known in academic circles.</a:t>
            </a:r>
            <a:endParaRPr lang="en-US" b="0" dirty="0">
              <a:effectLst/>
            </a:endParaRPr>
          </a:p>
          <a:p>
            <a:pPr rtl="0"/>
            <a:r>
              <a:rPr lang="en-US" sz="1200" b="0" i="0" u="none" strike="noStrike" kern="1200" dirty="0">
                <a:solidFill>
                  <a:schemeClr val="tx1"/>
                </a:solidFill>
                <a:effectLst/>
                <a:latin typeface="+mn-lt"/>
                <a:ea typeface="+mn-ea"/>
                <a:cs typeface="+mn-cs"/>
              </a:rPr>
              <a:t>Wren had held a prestigious position at a university, where he studied bioluminescent marine organisms. Brilliant but notoriously disorganized, he struggled to collaborate with colleagues. His obsession with his research eventually overshadowed everything else in his life.</a:t>
            </a:r>
            <a:endParaRPr lang="en-US" b="0" dirty="0">
              <a:effectLst/>
            </a:endParaRPr>
          </a:p>
          <a:p>
            <a:pPr rtl="0"/>
            <a:r>
              <a:rPr lang="en-US" sz="1200" b="0" i="0" u="none" strike="noStrike" kern="1200" dirty="0">
                <a:solidFill>
                  <a:schemeClr val="tx1"/>
                </a:solidFill>
                <a:effectLst/>
                <a:latin typeface="+mn-lt"/>
                <a:ea typeface="+mn-ea"/>
                <a:cs typeface="+mn-cs"/>
              </a:rPr>
              <a:t>After inheriting a considerable fortune, Wren left academia and retreated to his ancestral home, Blackwater Manor. He converted much of the manor into a private research laboratory, filling its rooms with specimen jars, experimental tanks, scientific instruments, and mountains of handwritten notes.</a:t>
            </a:r>
            <a:endParaRPr lang="en-US" b="0" dirty="0">
              <a:effectLst/>
            </a:endParaRPr>
          </a:p>
          <a:p>
            <a:pPr rtl="0"/>
            <a:r>
              <a:rPr lang="en-US" sz="1200" b="0" i="0" u="none" strike="noStrike" kern="1200" dirty="0">
                <a:solidFill>
                  <a:schemeClr val="tx1"/>
                </a:solidFill>
                <a:effectLst/>
                <a:latin typeface="+mn-lt"/>
                <a:ea typeface="+mn-ea"/>
                <a:cs typeface="+mn-cs"/>
              </a:rPr>
              <a:t>For several years, he worked in near-total isolation.</a:t>
            </a:r>
            <a:endParaRPr lang="en-US" b="0" dirty="0">
              <a:effectLst/>
            </a:endParaRPr>
          </a:p>
          <a:p>
            <a:pPr rtl="0"/>
            <a:r>
              <a:rPr lang="en-US" sz="1200" b="0" i="0" u="none" strike="noStrike" kern="1200" dirty="0">
                <a:solidFill>
                  <a:schemeClr val="tx1"/>
                </a:solidFill>
                <a:effectLst/>
                <a:latin typeface="+mn-lt"/>
                <a:ea typeface="+mn-ea"/>
                <a:cs typeface="+mn-cs"/>
              </a:rPr>
              <a:t>Then, one autumn evening, Dr. Wren disappeared.</a:t>
            </a:r>
            <a:endParaRPr lang="en-US" b="0" dirty="0">
              <a:effectLst/>
            </a:endParaRPr>
          </a:p>
          <a:p>
            <a:pPr rtl="0"/>
            <a:r>
              <a:rPr lang="en-US" sz="1200" b="0" i="0" u="none" strike="noStrike" kern="1200" dirty="0">
                <a:solidFill>
                  <a:schemeClr val="tx1"/>
                </a:solidFill>
                <a:effectLst/>
                <a:latin typeface="+mn-lt"/>
                <a:ea typeface="+mn-ea"/>
                <a:cs typeface="+mn-cs"/>
              </a:rPr>
              <a:t>A local man passing the manor that night reported hearing screams from inside. He also described strange flashes of blue light coming from the windows. </a:t>
            </a:r>
            <a:endParaRPr lang="en-US" b="0" dirty="0">
              <a:effectLst/>
            </a:endParaRPr>
          </a:p>
          <a:p>
            <a:pPr rtl="0"/>
            <a:r>
              <a:rPr lang="en-US" sz="1200" b="0" i="0" u="none" strike="noStrike" kern="1200" dirty="0">
                <a:solidFill>
                  <a:schemeClr val="tx1"/>
                </a:solidFill>
                <a:effectLst/>
                <a:latin typeface="+mn-lt"/>
                <a:ea typeface="+mn-ea"/>
                <a:cs typeface="+mn-cs"/>
              </a:rPr>
              <a:t>The authorities found no clear evidence of what had happened to Dr. Wren. With no heirs willing to maintain the property, the manor was boarded up. Over the decades, rumors grew. Townspeople reported seeing strange lights behind the boarded windows and hearing inexplicable noises from within. Those unlucky enough to be dared to go inside during childhood games of truth or dare, swear that they saw the ghost of Dr. Wren pacing his laboratory… Is he protecting his secrets? Or waiting for someone to uncover them?</a:t>
            </a:r>
            <a:endParaRPr lang="en-US" b="0" dirty="0">
              <a:effectLst/>
            </a:endParaRPr>
          </a:p>
          <a:p>
            <a:pPr rtl="0"/>
            <a:r>
              <a:rPr lang="en-US" sz="1200" b="0" i="0" u="none" strike="noStrike" kern="1200" dirty="0">
                <a:solidFill>
                  <a:schemeClr val="tx1"/>
                </a:solidFill>
                <a:effectLst/>
                <a:latin typeface="+mn-lt"/>
                <a:ea typeface="+mn-ea"/>
                <a:cs typeface="+mn-cs"/>
              </a:rPr>
              <a:t>Tonight, you have come to investigate.</a:t>
            </a:r>
          </a:p>
          <a:p>
            <a:pPr rtl="0"/>
            <a:r>
              <a:rPr lang="en-US" sz="1200" b="0" i="0" u="none" strike="noStrike" kern="1200" dirty="0">
                <a:solidFill>
                  <a:schemeClr val="tx1"/>
                </a:solidFill>
                <a:effectLst/>
                <a:latin typeface="+mn-lt"/>
                <a:ea typeface="+mn-ea"/>
                <a:cs typeface="+mn-cs"/>
              </a:rPr>
              <a:t>You have assembled a research team to discover what valuable insights into bioluminescence Dr. Wren discovered during his final days as a recluse at Blackwater Manor. You have heard the stories about the haunting of the old estate, but as a scientists you dismiss them as superstition.</a:t>
            </a:r>
            <a:endParaRPr lang="en-US" b="0" dirty="0">
              <a:effectLst/>
            </a:endParaRPr>
          </a:p>
          <a:p>
            <a:endParaRPr lang="en-US" dirty="0"/>
          </a:p>
        </p:txBody>
      </p:sp>
      <p:sp>
        <p:nvSpPr>
          <p:cNvPr id="4" name="Slide Number Placeholder 3"/>
          <p:cNvSpPr>
            <a:spLocks noGrp="1"/>
          </p:cNvSpPr>
          <p:nvPr>
            <p:ph type="sldNum" sz="quarter" idx="5"/>
          </p:nvPr>
        </p:nvSpPr>
        <p:spPr/>
        <p:txBody>
          <a:bodyPr/>
          <a:lstStyle/>
          <a:p>
            <a:fld id="{350AB6E2-3D28-450E-9825-49CD3769091C}" type="slidenum">
              <a:rPr lang="en-US" smtClean="0"/>
              <a:t>10</a:t>
            </a:fld>
            <a:endParaRPr lang="en-US"/>
          </a:p>
        </p:txBody>
      </p:sp>
    </p:spTree>
    <p:extLst>
      <p:ext uri="{BB962C8B-B14F-4D97-AF65-F5344CB8AC3E}">
        <p14:creationId xmlns:p14="http://schemas.microsoft.com/office/powerpoint/2010/main" val="11785570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E1411F-CE67-44F6-E637-97F4B3C1DE7E}"/>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C9940E0D-F23C-F5B4-F7A6-778F6A12C60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D6335370-06F5-E03D-B5C1-A1AA4EA296C1}"/>
              </a:ext>
            </a:extLst>
          </p:cNvPr>
          <p:cNvSpPr>
            <a:spLocks noGrp="1"/>
          </p:cNvSpPr>
          <p:nvPr>
            <p:ph type="dt" sz="half" idx="10"/>
          </p:nvPr>
        </p:nvSpPr>
        <p:spPr/>
        <p:txBody>
          <a:bodyPr/>
          <a:lstStyle/>
          <a:p>
            <a:fld id="{DA87AFB8-85A0-4FD7-9BD2-70E05EEE3F03}" type="datetimeFigureOut">
              <a:rPr lang="en-US" smtClean="0"/>
              <a:t>10/27/2026</a:t>
            </a:fld>
            <a:endParaRPr lang="en-US"/>
          </a:p>
        </p:txBody>
      </p:sp>
      <p:sp>
        <p:nvSpPr>
          <p:cNvPr id="5" name="Footer Placeholder 4">
            <a:extLst>
              <a:ext uri="{FF2B5EF4-FFF2-40B4-BE49-F238E27FC236}">
                <a16:creationId xmlns:a16="http://schemas.microsoft.com/office/drawing/2014/main" id="{CF081CBD-0239-2DB7-9F34-1DC5054672F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2FC23A8-D617-30EE-6079-30F19715B5A5}"/>
              </a:ext>
            </a:extLst>
          </p:cNvPr>
          <p:cNvSpPr>
            <a:spLocks noGrp="1"/>
          </p:cNvSpPr>
          <p:nvPr>
            <p:ph type="sldNum" sz="quarter" idx="12"/>
          </p:nvPr>
        </p:nvSpPr>
        <p:spPr/>
        <p:txBody>
          <a:bodyPr/>
          <a:lstStyle/>
          <a:p>
            <a:fld id="{44C7801B-2072-4C3E-B38E-956A1325F176}" type="slidenum">
              <a:rPr lang="en-US" smtClean="0"/>
              <a:t>‹#›</a:t>
            </a:fld>
            <a:endParaRPr lang="en-US"/>
          </a:p>
        </p:txBody>
      </p:sp>
    </p:spTree>
    <p:extLst>
      <p:ext uri="{BB962C8B-B14F-4D97-AF65-F5344CB8AC3E}">
        <p14:creationId xmlns:p14="http://schemas.microsoft.com/office/powerpoint/2010/main" val="155264321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1F63B8-7E8B-3742-9F7D-A5C5F1451BB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305FDE0E-B6E3-9BD5-A229-D715DE4521D3}"/>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B052457-8AB0-1114-B7E1-58FE17DFDF7B}"/>
              </a:ext>
            </a:extLst>
          </p:cNvPr>
          <p:cNvSpPr>
            <a:spLocks noGrp="1"/>
          </p:cNvSpPr>
          <p:nvPr>
            <p:ph type="dt" sz="half" idx="10"/>
          </p:nvPr>
        </p:nvSpPr>
        <p:spPr/>
        <p:txBody>
          <a:bodyPr/>
          <a:lstStyle/>
          <a:p>
            <a:fld id="{DA87AFB8-85A0-4FD7-9BD2-70E05EEE3F03}" type="datetimeFigureOut">
              <a:rPr lang="en-US" smtClean="0"/>
              <a:t>10/27/2026</a:t>
            </a:fld>
            <a:endParaRPr lang="en-US"/>
          </a:p>
        </p:txBody>
      </p:sp>
      <p:sp>
        <p:nvSpPr>
          <p:cNvPr id="5" name="Footer Placeholder 4">
            <a:extLst>
              <a:ext uri="{FF2B5EF4-FFF2-40B4-BE49-F238E27FC236}">
                <a16:creationId xmlns:a16="http://schemas.microsoft.com/office/drawing/2014/main" id="{412F96AF-A51E-CA89-25ED-4084AA0E3E6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222CD61-B32F-F242-F294-535FBBE300AA}"/>
              </a:ext>
            </a:extLst>
          </p:cNvPr>
          <p:cNvSpPr>
            <a:spLocks noGrp="1"/>
          </p:cNvSpPr>
          <p:nvPr>
            <p:ph type="sldNum" sz="quarter" idx="12"/>
          </p:nvPr>
        </p:nvSpPr>
        <p:spPr/>
        <p:txBody>
          <a:bodyPr/>
          <a:lstStyle/>
          <a:p>
            <a:fld id="{44C7801B-2072-4C3E-B38E-956A1325F176}" type="slidenum">
              <a:rPr lang="en-US" smtClean="0"/>
              <a:t>‹#›</a:t>
            </a:fld>
            <a:endParaRPr lang="en-US"/>
          </a:p>
        </p:txBody>
      </p:sp>
    </p:spTree>
    <p:extLst>
      <p:ext uri="{BB962C8B-B14F-4D97-AF65-F5344CB8AC3E}">
        <p14:creationId xmlns:p14="http://schemas.microsoft.com/office/powerpoint/2010/main" val="312759978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7EC626-341C-BDC9-60F0-D2525893FF04}"/>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66E964AB-B702-A9C5-6BEE-83D61D7F23ED}"/>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80CA793-E644-62E0-641F-6CD689FBD977}"/>
              </a:ext>
            </a:extLst>
          </p:cNvPr>
          <p:cNvSpPr>
            <a:spLocks noGrp="1"/>
          </p:cNvSpPr>
          <p:nvPr>
            <p:ph type="dt" sz="half" idx="10"/>
          </p:nvPr>
        </p:nvSpPr>
        <p:spPr/>
        <p:txBody>
          <a:bodyPr/>
          <a:lstStyle/>
          <a:p>
            <a:fld id="{DA87AFB8-85A0-4FD7-9BD2-70E05EEE3F03}" type="datetimeFigureOut">
              <a:rPr lang="en-US" smtClean="0"/>
              <a:t>10/27/2026</a:t>
            </a:fld>
            <a:endParaRPr lang="en-US"/>
          </a:p>
        </p:txBody>
      </p:sp>
      <p:sp>
        <p:nvSpPr>
          <p:cNvPr id="5" name="Footer Placeholder 4">
            <a:extLst>
              <a:ext uri="{FF2B5EF4-FFF2-40B4-BE49-F238E27FC236}">
                <a16:creationId xmlns:a16="http://schemas.microsoft.com/office/drawing/2014/main" id="{2FB2194B-EB4D-9CD5-2EAE-8D78248B01A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D244361-558B-68A4-9C38-CC427F4809C8}"/>
              </a:ext>
            </a:extLst>
          </p:cNvPr>
          <p:cNvSpPr>
            <a:spLocks noGrp="1"/>
          </p:cNvSpPr>
          <p:nvPr>
            <p:ph type="sldNum" sz="quarter" idx="12"/>
          </p:nvPr>
        </p:nvSpPr>
        <p:spPr/>
        <p:txBody>
          <a:bodyPr/>
          <a:lstStyle/>
          <a:p>
            <a:fld id="{44C7801B-2072-4C3E-B38E-956A1325F176}" type="slidenum">
              <a:rPr lang="en-US" smtClean="0"/>
              <a:t>‹#›</a:t>
            </a:fld>
            <a:endParaRPr lang="en-US"/>
          </a:p>
        </p:txBody>
      </p:sp>
    </p:spTree>
    <p:extLst>
      <p:ext uri="{BB962C8B-B14F-4D97-AF65-F5344CB8AC3E}">
        <p14:creationId xmlns:p14="http://schemas.microsoft.com/office/powerpoint/2010/main" val="113461201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F54D3C-BCCE-8886-156F-CAD671EE590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AA10C7EA-4804-5971-B849-9D020F0A3D12}"/>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EE1E8BA-BF48-8128-22CD-1B2FA88A8D6B}"/>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AD26F61E-0F94-EA44-C728-443ABEC15B1D}"/>
              </a:ext>
            </a:extLst>
          </p:cNvPr>
          <p:cNvSpPr>
            <a:spLocks noGrp="1"/>
          </p:cNvSpPr>
          <p:nvPr>
            <p:ph type="dt" sz="half" idx="10"/>
          </p:nvPr>
        </p:nvSpPr>
        <p:spPr/>
        <p:txBody>
          <a:bodyPr/>
          <a:lstStyle/>
          <a:p>
            <a:fld id="{DA87AFB8-85A0-4FD7-9BD2-70E05EEE3F03}" type="datetimeFigureOut">
              <a:rPr lang="en-US" smtClean="0"/>
              <a:t>10/27/2026</a:t>
            </a:fld>
            <a:endParaRPr lang="en-US"/>
          </a:p>
        </p:txBody>
      </p:sp>
      <p:sp>
        <p:nvSpPr>
          <p:cNvPr id="6" name="Footer Placeholder 5">
            <a:extLst>
              <a:ext uri="{FF2B5EF4-FFF2-40B4-BE49-F238E27FC236}">
                <a16:creationId xmlns:a16="http://schemas.microsoft.com/office/drawing/2014/main" id="{033D4752-C9E8-C081-B7BB-4D3A2006906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DFCFF6F-1674-4A12-ED8F-B9BA86895E02}"/>
              </a:ext>
            </a:extLst>
          </p:cNvPr>
          <p:cNvSpPr>
            <a:spLocks noGrp="1"/>
          </p:cNvSpPr>
          <p:nvPr>
            <p:ph type="sldNum" sz="quarter" idx="12"/>
          </p:nvPr>
        </p:nvSpPr>
        <p:spPr/>
        <p:txBody>
          <a:bodyPr/>
          <a:lstStyle/>
          <a:p>
            <a:fld id="{44C7801B-2072-4C3E-B38E-956A1325F176}" type="slidenum">
              <a:rPr lang="en-US" smtClean="0"/>
              <a:t>‹#›</a:t>
            </a:fld>
            <a:endParaRPr lang="en-US"/>
          </a:p>
        </p:txBody>
      </p:sp>
    </p:spTree>
    <p:extLst>
      <p:ext uri="{BB962C8B-B14F-4D97-AF65-F5344CB8AC3E}">
        <p14:creationId xmlns:p14="http://schemas.microsoft.com/office/powerpoint/2010/main" val="297213323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5629C3-FDB7-08DB-FFC6-ABAC0CE148D9}"/>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651D315C-5C41-E296-CF96-014F00264DC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51E20CA6-2139-5F48-6051-F2C1B52019EF}"/>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E9D9FBF5-3F08-9C3E-7405-34BA7CF36E2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14EA13C-BE7E-3736-2F92-FC2A73DC6B31}"/>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4BE38C1-FA3D-0998-38BA-7AD16FEAE8BB}"/>
              </a:ext>
            </a:extLst>
          </p:cNvPr>
          <p:cNvSpPr>
            <a:spLocks noGrp="1"/>
          </p:cNvSpPr>
          <p:nvPr>
            <p:ph type="dt" sz="half" idx="10"/>
          </p:nvPr>
        </p:nvSpPr>
        <p:spPr/>
        <p:txBody>
          <a:bodyPr/>
          <a:lstStyle/>
          <a:p>
            <a:fld id="{DA87AFB8-85A0-4FD7-9BD2-70E05EEE3F03}" type="datetimeFigureOut">
              <a:rPr lang="en-US" smtClean="0"/>
              <a:t>10/27/2026</a:t>
            </a:fld>
            <a:endParaRPr lang="en-US"/>
          </a:p>
        </p:txBody>
      </p:sp>
      <p:sp>
        <p:nvSpPr>
          <p:cNvPr id="8" name="Footer Placeholder 7">
            <a:extLst>
              <a:ext uri="{FF2B5EF4-FFF2-40B4-BE49-F238E27FC236}">
                <a16:creationId xmlns:a16="http://schemas.microsoft.com/office/drawing/2014/main" id="{E75852A3-F3B7-1EE7-FF1C-9EC477745E33}"/>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6567EB1-65FF-B974-E231-8DECD47D1826}"/>
              </a:ext>
            </a:extLst>
          </p:cNvPr>
          <p:cNvSpPr>
            <a:spLocks noGrp="1"/>
          </p:cNvSpPr>
          <p:nvPr>
            <p:ph type="sldNum" sz="quarter" idx="12"/>
          </p:nvPr>
        </p:nvSpPr>
        <p:spPr/>
        <p:txBody>
          <a:bodyPr/>
          <a:lstStyle/>
          <a:p>
            <a:fld id="{44C7801B-2072-4C3E-B38E-956A1325F176}" type="slidenum">
              <a:rPr lang="en-US" smtClean="0"/>
              <a:t>‹#›</a:t>
            </a:fld>
            <a:endParaRPr lang="en-US"/>
          </a:p>
        </p:txBody>
      </p:sp>
    </p:spTree>
    <p:extLst>
      <p:ext uri="{BB962C8B-B14F-4D97-AF65-F5344CB8AC3E}">
        <p14:creationId xmlns:p14="http://schemas.microsoft.com/office/powerpoint/2010/main" val="90061761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3BB416-8FE6-9D31-4845-C90AACAA8B00}"/>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25ABFB11-4119-D915-B991-F29027EEB87B}"/>
              </a:ext>
            </a:extLst>
          </p:cNvPr>
          <p:cNvSpPr>
            <a:spLocks noGrp="1"/>
          </p:cNvSpPr>
          <p:nvPr>
            <p:ph type="dt" sz="half" idx="10"/>
          </p:nvPr>
        </p:nvSpPr>
        <p:spPr/>
        <p:txBody>
          <a:bodyPr/>
          <a:lstStyle/>
          <a:p>
            <a:fld id="{DA87AFB8-85A0-4FD7-9BD2-70E05EEE3F03}" type="datetimeFigureOut">
              <a:rPr lang="en-US" smtClean="0"/>
              <a:t>10/27/2026</a:t>
            </a:fld>
            <a:endParaRPr lang="en-US"/>
          </a:p>
        </p:txBody>
      </p:sp>
      <p:sp>
        <p:nvSpPr>
          <p:cNvPr id="4" name="Footer Placeholder 3">
            <a:extLst>
              <a:ext uri="{FF2B5EF4-FFF2-40B4-BE49-F238E27FC236}">
                <a16:creationId xmlns:a16="http://schemas.microsoft.com/office/drawing/2014/main" id="{9BE85F78-B7A5-6152-4603-3A89C4A78966}"/>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3E1F9BC9-0C3A-6526-B32F-CE8349718DA1}"/>
              </a:ext>
            </a:extLst>
          </p:cNvPr>
          <p:cNvSpPr>
            <a:spLocks noGrp="1"/>
          </p:cNvSpPr>
          <p:nvPr>
            <p:ph type="sldNum" sz="quarter" idx="12"/>
          </p:nvPr>
        </p:nvSpPr>
        <p:spPr/>
        <p:txBody>
          <a:bodyPr/>
          <a:lstStyle/>
          <a:p>
            <a:fld id="{44C7801B-2072-4C3E-B38E-956A1325F176}" type="slidenum">
              <a:rPr lang="en-US" smtClean="0"/>
              <a:t>‹#›</a:t>
            </a:fld>
            <a:endParaRPr lang="en-US"/>
          </a:p>
        </p:txBody>
      </p:sp>
    </p:spTree>
    <p:extLst>
      <p:ext uri="{BB962C8B-B14F-4D97-AF65-F5344CB8AC3E}">
        <p14:creationId xmlns:p14="http://schemas.microsoft.com/office/powerpoint/2010/main" val="406246252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6EE46E5-48BD-3733-7E05-167034CC6B11}"/>
              </a:ext>
            </a:extLst>
          </p:cNvPr>
          <p:cNvSpPr>
            <a:spLocks noGrp="1"/>
          </p:cNvSpPr>
          <p:nvPr>
            <p:ph type="dt" sz="half" idx="10"/>
          </p:nvPr>
        </p:nvSpPr>
        <p:spPr/>
        <p:txBody>
          <a:bodyPr/>
          <a:lstStyle/>
          <a:p>
            <a:fld id="{DA87AFB8-85A0-4FD7-9BD2-70E05EEE3F03}" type="datetimeFigureOut">
              <a:rPr lang="en-US" smtClean="0"/>
              <a:t>10/27/2026</a:t>
            </a:fld>
            <a:endParaRPr lang="en-US"/>
          </a:p>
        </p:txBody>
      </p:sp>
      <p:sp>
        <p:nvSpPr>
          <p:cNvPr id="3" name="Footer Placeholder 2">
            <a:extLst>
              <a:ext uri="{FF2B5EF4-FFF2-40B4-BE49-F238E27FC236}">
                <a16:creationId xmlns:a16="http://schemas.microsoft.com/office/drawing/2014/main" id="{6D14B46E-7665-DCFE-59FE-E2B209632D52}"/>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52489093-6EC7-ED06-0F50-7B3DF537DE14}"/>
              </a:ext>
            </a:extLst>
          </p:cNvPr>
          <p:cNvSpPr>
            <a:spLocks noGrp="1"/>
          </p:cNvSpPr>
          <p:nvPr>
            <p:ph type="sldNum" sz="quarter" idx="12"/>
          </p:nvPr>
        </p:nvSpPr>
        <p:spPr/>
        <p:txBody>
          <a:bodyPr/>
          <a:lstStyle/>
          <a:p>
            <a:fld id="{44C7801B-2072-4C3E-B38E-956A1325F176}" type="slidenum">
              <a:rPr lang="en-US" smtClean="0"/>
              <a:t>‹#›</a:t>
            </a:fld>
            <a:endParaRPr lang="en-US"/>
          </a:p>
        </p:txBody>
      </p:sp>
    </p:spTree>
    <p:extLst>
      <p:ext uri="{BB962C8B-B14F-4D97-AF65-F5344CB8AC3E}">
        <p14:creationId xmlns:p14="http://schemas.microsoft.com/office/powerpoint/2010/main" val="215421402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C2592B-91ED-0C43-F056-BC651C5EE2F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D8AA4338-56F7-AE8F-1F30-FAF24516C28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F71D7A7A-6A9F-2486-C407-A95F58296D6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63EDD7F-DEA8-C883-DA9C-D77969802690}"/>
              </a:ext>
            </a:extLst>
          </p:cNvPr>
          <p:cNvSpPr>
            <a:spLocks noGrp="1"/>
          </p:cNvSpPr>
          <p:nvPr>
            <p:ph type="dt" sz="half" idx="10"/>
          </p:nvPr>
        </p:nvSpPr>
        <p:spPr/>
        <p:txBody>
          <a:bodyPr/>
          <a:lstStyle/>
          <a:p>
            <a:fld id="{DA87AFB8-85A0-4FD7-9BD2-70E05EEE3F03}" type="datetimeFigureOut">
              <a:rPr lang="en-US" smtClean="0"/>
              <a:t>10/27/2026</a:t>
            </a:fld>
            <a:endParaRPr lang="en-US"/>
          </a:p>
        </p:txBody>
      </p:sp>
      <p:sp>
        <p:nvSpPr>
          <p:cNvPr id="6" name="Footer Placeholder 5">
            <a:extLst>
              <a:ext uri="{FF2B5EF4-FFF2-40B4-BE49-F238E27FC236}">
                <a16:creationId xmlns:a16="http://schemas.microsoft.com/office/drawing/2014/main" id="{9DC38029-EF18-1289-92FA-A28A833A07D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E419F03-8ABA-EB9E-D1F0-52E669C4A557}"/>
              </a:ext>
            </a:extLst>
          </p:cNvPr>
          <p:cNvSpPr>
            <a:spLocks noGrp="1"/>
          </p:cNvSpPr>
          <p:nvPr>
            <p:ph type="sldNum" sz="quarter" idx="12"/>
          </p:nvPr>
        </p:nvSpPr>
        <p:spPr/>
        <p:txBody>
          <a:bodyPr/>
          <a:lstStyle/>
          <a:p>
            <a:fld id="{44C7801B-2072-4C3E-B38E-956A1325F176}" type="slidenum">
              <a:rPr lang="en-US" smtClean="0"/>
              <a:t>‹#›</a:t>
            </a:fld>
            <a:endParaRPr lang="en-US"/>
          </a:p>
        </p:txBody>
      </p:sp>
    </p:spTree>
    <p:extLst>
      <p:ext uri="{BB962C8B-B14F-4D97-AF65-F5344CB8AC3E}">
        <p14:creationId xmlns:p14="http://schemas.microsoft.com/office/powerpoint/2010/main" val="153717751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D871EA-6E43-9010-6C1F-2A197673977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2FDEB36-CFA5-FCAD-632B-F2F338C66537}"/>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18C5A038-0F5E-E2EB-D9F3-134C3C2CC17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09CD445-6DC2-A361-23BE-46296AE7CB5E}"/>
              </a:ext>
            </a:extLst>
          </p:cNvPr>
          <p:cNvSpPr>
            <a:spLocks noGrp="1"/>
          </p:cNvSpPr>
          <p:nvPr>
            <p:ph type="dt" sz="half" idx="10"/>
          </p:nvPr>
        </p:nvSpPr>
        <p:spPr/>
        <p:txBody>
          <a:bodyPr/>
          <a:lstStyle/>
          <a:p>
            <a:fld id="{DA87AFB8-85A0-4FD7-9BD2-70E05EEE3F03}" type="datetimeFigureOut">
              <a:rPr lang="en-US" smtClean="0"/>
              <a:t>10/27/2026</a:t>
            </a:fld>
            <a:endParaRPr lang="en-US"/>
          </a:p>
        </p:txBody>
      </p:sp>
      <p:sp>
        <p:nvSpPr>
          <p:cNvPr id="6" name="Footer Placeholder 5">
            <a:extLst>
              <a:ext uri="{FF2B5EF4-FFF2-40B4-BE49-F238E27FC236}">
                <a16:creationId xmlns:a16="http://schemas.microsoft.com/office/drawing/2014/main" id="{40E9F350-E787-F950-FBBD-1A6C32D75BE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7F4A037-748A-73F4-660A-8008C2812AB3}"/>
              </a:ext>
            </a:extLst>
          </p:cNvPr>
          <p:cNvSpPr>
            <a:spLocks noGrp="1"/>
          </p:cNvSpPr>
          <p:nvPr>
            <p:ph type="sldNum" sz="quarter" idx="12"/>
          </p:nvPr>
        </p:nvSpPr>
        <p:spPr/>
        <p:txBody>
          <a:bodyPr/>
          <a:lstStyle/>
          <a:p>
            <a:fld id="{44C7801B-2072-4C3E-B38E-956A1325F176}" type="slidenum">
              <a:rPr lang="en-US" smtClean="0"/>
              <a:t>‹#›</a:t>
            </a:fld>
            <a:endParaRPr lang="en-US"/>
          </a:p>
        </p:txBody>
      </p:sp>
    </p:spTree>
    <p:extLst>
      <p:ext uri="{BB962C8B-B14F-4D97-AF65-F5344CB8AC3E}">
        <p14:creationId xmlns:p14="http://schemas.microsoft.com/office/powerpoint/2010/main" val="380084228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700DB4-6F70-154B-BCA9-B5C846FFDFB3}"/>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385FF0E9-E70D-F309-863A-A3D22C74F486}"/>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FE8B4E5-12DE-4597-BE4B-0B3BA7841655}"/>
              </a:ext>
            </a:extLst>
          </p:cNvPr>
          <p:cNvSpPr>
            <a:spLocks noGrp="1"/>
          </p:cNvSpPr>
          <p:nvPr>
            <p:ph type="dt" sz="half" idx="10"/>
          </p:nvPr>
        </p:nvSpPr>
        <p:spPr/>
        <p:txBody>
          <a:bodyPr/>
          <a:lstStyle/>
          <a:p>
            <a:fld id="{DA87AFB8-85A0-4FD7-9BD2-70E05EEE3F03}" type="datetimeFigureOut">
              <a:rPr lang="en-US" smtClean="0"/>
              <a:t>10/27/2026</a:t>
            </a:fld>
            <a:endParaRPr lang="en-US"/>
          </a:p>
        </p:txBody>
      </p:sp>
      <p:sp>
        <p:nvSpPr>
          <p:cNvPr id="5" name="Footer Placeholder 4">
            <a:extLst>
              <a:ext uri="{FF2B5EF4-FFF2-40B4-BE49-F238E27FC236}">
                <a16:creationId xmlns:a16="http://schemas.microsoft.com/office/drawing/2014/main" id="{22F81121-AEAF-AAED-1FE6-BDAC62B9F99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F15A391-7F77-FC17-368A-E6986417485D}"/>
              </a:ext>
            </a:extLst>
          </p:cNvPr>
          <p:cNvSpPr>
            <a:spLocks noGrp="1"/>
          </p:cNvSpPr>
          <p:nvPr>
            <p:ph type="sldNum" sz="quarter" idx="12"/>
          </p:nvPr>
        </p:nvSpPr>
        <p:spPr/>
        <p:txBody>
          <a:bodyPr/>
          <a:lstStyle/>
          <a:p>
            <a:fld id="{44C7801B-2072-4C3E-B38E-956A1325F176}" type="slidenum">
              <a:rPr lang="en-US" smtClean="0"/>
              <a:t>‹#›</a:t>
            </a:fld>
            <a:endParaRPr lang="en-US"/>
          </a:p>
        </p:txBody>
      </p:sp>
    </p:spTree>
    <p:extLst>
      <p:ext uri="{BB962C8B-B14F-4D97-AF65-F5344CB8AC3E}">
        <p14:creationId xmlns:p14="http://schemas.microsoft.com/office/powerpoint/2010/main" val="354511814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E4781ED-254E-319B-D139-E76A7DF7491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5A0FAF40-B51A-C588-8905-216D07DEE307}"/>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27EDC6D-E629-DFC8-2820-48137E6FCCCF}"/>
              </a:ext>
            </a:extLst>
          </p:cNvPr>
          <p:cNvSpPr>
            <a:spLocks noGrp="1"/>
          </p:cNvSpPr>
          <p:nvPr>
            <p:ph type="dt" sz="half" idx="10"/>
          </p:nvPr>
        </p:nvSpPr>
        <p:spPr/>
        <p:txBody>
          <a:bodyPr/>
          <a:lstStyle/>
          <a:p>
            <a:fld id="{DA87AFB8-85A0-4FD7-9BD2-70E05EEE3F03}" type="datetimeFigureOut">
              <a:rPr lang="en-US" smtClean="0"/>
              <a:t>10/27/2026</a:t>
            </a:fld>
            <a:endParaRPr lang="en-US"/>
          </a:p>
        </p:txBody>
      </p:sp>
      <p:sp>
        <p:nvSpPr>
          <p:cNvPr id="5" name="Footer Placeholder 4">
            <a:extLst>
              <a:ext uri="{FF2B5EF4-FFF2-40B4-BE49-F238E27FC236}">
                <a16:creationId xmlns:a16="http://schemas.microsoft.com/office/drawing/2014/main" id="{56002507-D061-C5FD-15B7-9251CF983DF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B0BF415-E260-31FC-8A79-9DEDF6BA7CC7}"/>
              </a:ext>
            </a:extLst>
          </p:cNvPr>
          <p:cNvSpPr>
            <a:spLocks noGrp="1"/>
          </p:cNvSpPr>
          <p:nvPr>
            <p:ph type="sldNum" sz="quarter" idx="12"/>
          </p:nvPr>
        </p:nvSpPr>
        <p:spPr/>
        <p:txBody>
          <a:bodyPr/>
          <a:lstStyle/>
          <a:p>
            <a:fld id="{44C7801B-2072-4C3E-B38E-956A1325F176}" type="slidenum">
              <a:rPr lang="en-US" smtClean="0"/>
              <a:t>‹#›</a:t>
            </a:fld>
            <a:endParaRPr lang="en-US"/>
          </a:p>
        </p:txBody>
      </p:sp>
    </p:spTree>
    <p:extLst>
      <p:ext uri="{BB962C8B-B14F-4D97-AF65-F5344CB8AC3E}">
        <p14:creationId xmlns:p14="http://schemas.microsoft.com/office/powerpoint/2010/main" val="22852869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E78E2FE-E60F-F8EF-5497-1CED2EA7B14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20196994-1966-6FF1-D292-2F8545C8874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FFD234B-1430-FC91-82CF-367B76FDFA0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DA87AFB8-85A0-4FD7-9BD2-70E05EEE3F03}" type="datetimeFigureOut">
              <a:rPr lang="en-US" smtClean="0"/>
              <a:t>10/27/2026</a:t>
            </a:fld>
            <a:endParaRPr lang="en-US"/>
          </a:p>
        </p:txBody>
      </p:sp>
      <p:sp>
        <p:nvSpPr>
          <p:cNvPr id="5" name="Footer Placeholder 4">
            <a:extLst>
              <a:ext uri="{FF2B5EF4-FFF2-40B4-BE49-F238E27FC236}">
                <a16:creationId xmlns:a16="http://schemas.microsoft.com/office/drawing/2014/main" id="{9F691FBD-FCE3-AFD2-1303-912D09CD420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934E3782-2C1E-E601-AB8A-AF9292F97E1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4C7801B-2072-4C3E-B38E-956A1325F176}" type="slidenum">
              <a:rPr lang="en-US" smtClean="0"/>
              <a:t>‹#›</a:t>
            </a:fld>
            <a:endParaRPr lang="en-US"/>
          </a:p>
        </p:txBody>
      </p:sp>
    </p:spTree>
    <p:extLst>
      <p:ext uri="{BB962C8B-B14F-4D97-AF65-F5344CB8AC3E}">
        <p14:creationId xmlns:p14="http://schemas.microsoft.com/office/powerpoint/2010/main" val="1963189498"/>
      </p:ext>
    </p:extLst>
  </p:cSld>
  <p:clrMap bg1="dk1" tx1="lt1" bg2="dk2" tx2="lt2" accent1="accent1" accent2="accent2" accent3="accent3" accent4="accent4" accent5="accent5" accent6="accent6" hlink="hlink" folHlink="folHlink"/>
  <p:sldLayoutIdLst>
    <p:sldLayoutId id="2147483690" r:id="rId1"/>
    <p:sldLayoutId id="2147483691" r:id="rId2"/>
    <p:sldLayoutId id="2147483692" r:id="rId3"/>
    <p:sldLayoutId id="2147483693" r:id="rId4"/>
    <p:sldLayoutId id="2147483694" r:id="rId5"/>
    <p:sldLayoutId id="2147483695" r:id="rId6"/>
    <p:sldLayoutId id="2147483696" r:id="rId7"/>
    <p:sldLayoutId id="2147483697" r:id="rId8"/>
    <p:sldLayoutId id="2147483698" r:id="rId9"/>
    <p:sldLayoutId id="2147483699" r:id="rId10"/>
    <p:sldLayoutId id="2147483700"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3.gif"/><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4.gif"/><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jpe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image" Target="../media/image7.jpe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image" Target="../media/image9.jpeg"/><Relationship Id="rId1" Type="http://schemas.openxmlformats.org/officeDocument/2006/relationships/slideLayout" Target="../slideLayouts/slideLayout2.xml"/><Relationship Id="rId6" Type="http://schemas.openxmlformats.org/officeDocument/2006/relationships/image" Target="../media/image12.jpeg"/><Relationship Id="rId5" Type="http://schemas.microsoft.com/office/2007/relationships/hdphoto" Target="../media/hdphoto1.wdp"/><Relationship Id="rId4" Type="http://schemas.openxmlformats.org/officeDocument/2006/relationships/image" Target="../media/image11.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hyperlink" Target="https://kmblincow-the-blackwater-manor-incident.share.connect.posit.cloud/"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4B8A19-FA22-C682-4310-EEAA4459904E}"/>
              </a:ext>
            </a:extLst>
          </p:cNvPr>
          <p:cNvSpPr>
            <a:spLocks noGrp="1"/>
          </p:cNvSpPr>
          <p:nvPr>
            <p:ph type="ctrTitle"/>
          </p:nvPr>
        </p:nvSpPr>
        <p:spPr>
          <a:xfrm>
            <a:off x="4812630" y="1600200"/>
            <a:ext cx="5855368" cy="1801311"/>
          </a:xfrm>
        </p:spPr>
        <p:txBody>
          <a:bodyPr/>
          <a:lstStyle/>
          <a:p>
            <a:r>
              <a:rPr lang="en-US" dirty="0"/>
              <a:t>MES 503 Lab 11</a:t>
            </a:r>
          </a:p>
        </p:txBody>
      </p:sp>
      <p:sp>
        <p:nvSpPr>
          <p:cNvPr id="3" name="Subtitle 2">
            <a:extLst>
              <a:ext uri="{FF2B5EF4-FFF2-40B4-BE49-F238E27FC236}">
                <a16:creationId xmlns:a16="http://schemas.microsoft.com/office/drawing/2014/main" id="{F07B767E-3D5A-B7E7-2441-4EBD66E2A63F}"/>
              </a:ext>
            </a:extLst>
          </p:cNvPr>
          <p:cNvSpPr>
            <a:spLocks noGrp="1"/>
          </p:cNvSpPr>
          <p:nvPr>
            <p:ph type="subTitle" idx="1"/>
          </p:nvPr>
        </p:nvSpPr>
        <p:spPr>
          <a:xfrm>
            <a:off x="4812630" y="3602038"/>
            <a:ext cx="5855369" cy="1655762"/>
          </a:xfrm>
        </p:spPr>
        <p:txBody>
          <a:bodyPr/>
          <a:lstStyle/>
          <a:p>
            <a:r>
              <a:rPr lang="en-US" dirty="0"/>
              <a:t>Kayla Blincow, PhD</a:t>
            </a:r>
          </a:p>
        </p:txBody>
      </p:sp>
      <p:pic>
        <p:nvPicPr>
          <p:cNvPr id="4" name="Picture 2" descr="R Memes for Statistical Fiends on Twitter: &quot;More R memes created directly  in R with @thosjleeper package &quot;memes&quot; https://t.co/R6MNt7sSzV #rstats… &quot;">
            <a:extLst>
              <a:ext uri="{FF2B5EF4-FFF2-40B4-BE49-F238E27FC236}">
                <a16:creationId xmlns:a16="http://schemas.microsoft.com/office/drawing/2014/main" id="{4E2F905E-C631-73E1-AB39-F358E6C87B15}"/>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30443" y="1250651"/>
            <a:ext cx="3449053" cy="435669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4868584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DE9A48-B850-58D5-1576-8EEEB414F3D4}"/>
              </a:ext>
            </a:extLst>
          </p:cNvPr>
          <p:cNvSpPr>
            <a:spLocks noGrp="1"/>
          </p:cNvSpPr>
          <p:nvPr>
            <p:ph type="title"/>
          </p:nvPr>
        </p:nvSpPr>
        <p:spPr/>
        <p:txBody>
          <a:bodyPr/>
          <a:lstStyle/>
          <a:p>
            <a:r>
              <a:rPr lang="en-US" dirty="0"/>
              <a:t>Announcements</a:t>
            </a:r>
          </a:p>
        </p:txBody>
      </p:sp>
      <p:sp>
        <p:nvSpPr>
          <p:cNvPr id="3" name="Content Placeholder 2">
            <a:extLst>
              <a:ext uri="{FF2B5EF4-FFF2-40B4-BE49-F238E27FC236}">
                <a16:creationId xmlns:a16="http://schemas.microsoft.com/office/drawing/2014/main" id="{5EC916F8-2617-0B7F-D699-7AE508E9AD38}"/>
              </a:ext>
            </a:extLst>
          </p:cNvPr>
          <p:cNvSpPr>
            <a:spLocks noGrp="1"/>
          </p:cNvSpPr>
          <p:nvPr>
            <p:ph idx="1"/>
          </p:nvPr>
        </p:nvSpPr>
        <p:spPr>
          <a:xfrm>
            <a:off x="838200" y="1825625"/>
            <a:ext cx="4343400" cy="4351338"/>
          </a:xfrm>
        </p:spPr>
        <p:txBody>
          <a:bodyPr/>
          <a:lstStyle/>
          <a:p>
            <a:r>
              <a:rPr lang="en-US" dirty="0"/>
              <a:t>No class on Monday!</a:t>
            </a:r>
          </a:p>
          <a:p>
            <a:r>
              <a:rPr lang="en-US" dirty="0"/>
              <a:t>Quiz next Wednesday!</a:t>
            </a:r>
          </a:p>
          <a:p>
            <a:r>
              <a:rPr lang="en-US" dirty="0"/>
              <a:t>Lab 4 due tomorrow!</a:t>
            </a:r>
          </a:p>
          <a:p>
            <a:r>
              <a:rPr lang="en-US" dirty="0"/>
              <a:t>Next week bring your own dataset to work with</a:t>
            </a:r>
          </a:p>
          <a:p>
            <a:endParaRPr lang="en-US" dirty="0"/>
          </a:p>
          <a:p>
            <a:r>
              <a:rPr lang="en-US" dirty="0"/>
              <a:t>Happy </a:t>
            </a:r>
            <a:r>
              <a:rPr lang="en-US" dirty="0" err="1"/>
              <a:t>Halloweeeeennn</a:t>
            </a:r>
            <a:r>
              <a:rPr lang="en-US" dirty="0"/>
              <a:t>!</a:t>
            </a:r>
          </a:p>
          <a:p>
            <a:endParaRPr lang="en-US" dirty="0"/>
          </a:p>
        </p:txBody>
      </p:sp>
      <p:pic>
        <p:nvPicPr>
          <p:cNvPr id="5" name="Picture 4">
            <a:extLst>
              <a:ext uri="{FF2B5EF4-FFF2-40B4-BE49-F238E27FC236}">
                <a16:creationId xmlns:a16="http://schemas.microsoft.com/office/drawing/2014/main" id="{6665DA08-0A89-1243-C600-2D30A830B216}"/>
              </a:ext>
            </a:extLst>
          </p:cNvPr>
          <p:cNvPicPr>
            <a:picLocks noChangeAspect="1"/>
          </p:cNvPicPr>
          <p:nvPr/>
        </p:nvPicPr>
        <p:blipFill>
          <a:blip r:embed="rId2"/>
          <a:stretch>
            <a:fillRect/>
          </a:stretch>
        </p:blipFill>
        <p:spPr>
          <a:xfrm>
            <a:off x="5428632" y="253837"/>
            <a:ext cx="6407479" cy="6350326"/>
          </a:xfrm>
          <a:prstGeom prst="rect">
            <a:avLst/>
          </a:prstGeom>
        </p:spPr>
      </p:pic>
    </p:spTree>
    <p:extLst>
      <p:ext uri="{BB962C8B-B14F-4D97-AF65-F5344CB8AC3E}">
        <p14:creationId xmlns:p14="http://schemas.microsoft.com/office/powerpoint/2010/main" val="94966693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EEA0337E-FB53-7813-C75A-028B4BEE19CC}"/>
              </a:ext>
            </a:extLst>
          </p:cNvPr>
          <p:cNvSpPr>
            <a:spLocks noGrp="1"/>
          </p:cNvSpPr>
          <p:nvPr>
            <p:ph type="title"/>
          </p:nvPr>
        </p:nvSpPr>
        <p:spPr>
          <a:xfrm>
            <a:off x="590550" y="1897062"/>
            <a:ext cx="6762750" cy="3063875"/>
          </a:xfrm>
        </p:spPr>
        <p:txBody>
          <a:bodyPr>
            <a:normAutofit fontScale="90000"/>
          </a:bodyPr>
          <a:lstStyle/>
          <a:p>
            <a:pPr algn="ctr"/>
            <a:r>
              <a:rPr lang="en-US" dirty="0"/>
              <a:t>What type of test would you use with a </a:t>
            </a:r>
            <a:br>
              <a:rPr lang="en-US" dirty="0"/>
            </a:br>
            <a:r>
              <a:rPr lang="en-US" b="1" dirty="0">
                <a:solidFill>
                  <a:schemeClr val="accent3">
                    <a:lumMod val="60000"/>
                    <a:lumOff val="40000"/>
                  </a:schemeClr>
                </a:solidFill>
              </a:rPr>
              <a:t>categorical explanatory variable </a:t>
            </a:r>
            <a:r>
              <a:rPr lang="en-US" dirty="0"/>
              <a:t>and a </a:t>
            </a:r>
            <a:br>
              <a:rPr lang="en-US" dirty="0"/>
            </a:br>
            <a:r>
              <a:rPr lang="en-US" b="1" dirty="0">
                <a:solidFill>
                  <a:schemeClr val="accent4">
                    <a:lumMod val="40000"/>
                    <a:lumOff val="60000"/>
                  </a:schemeClr>
                </a:solidFill>
              </a:rPr>
              <a:t>categorical response variable</a:t>
            </a:r>
            <a:r>
              <a:rPr lang="en-US" dirty="0"/>
              <a:t>?</a:t>
            </a:r>
          </a:p>
        </p:txBody>
      </p:sp>
      <p:pic>
        <p:nvPicPr>
          <p:cNvPr id="2050" name="Picture 2" descr="Whaaat Meme GIFs | Tenor">
            <a:extLst>
              <a:ext uri="{FF2B5EF4-FFF2-40B4-BE49-F238E27FC236}">
                <a16:creationId xmlns:a16="http://schemas.microsoft.com/office/drawing/2014/main" id="{F3B678A3-D5CE-FD78-B001-A206F5DBA90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591425" y="1423986"/>
            <a:ext cx="4010025" cy="40100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2073861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6B4E2C-F5FD-4734-FF01-CB2ECAF9E59C}"/>
              </a:ext>
            </a:extLst>
          </p:cNvPr>
          <p:cNvSpPr>
            <a:spLocks noGrp="1"/>
          </p:cNvSpPr>
          <p:nvPr>
            <p:ph type="title"/>
          </p:nvPr>
        </p:nvSpPr>
        <p:spPr/>
        <p:txBody>
          <a:bodyPr/>
          <a:lstStyle/>
          <a:p>
            <a:pPr algn="ctr"/>
            <a:r>
              <a:rPr lang="en-US" b="1" dirty="0"/>
              <a:t>Enter Analysis of Frequencies!</a:t>
            </a:r>
          </a:p>
        </p:txBody>
      </p:sp>
      <p:pic>
        <p:nvPicPr>
          <p:cNvPr id="3076" name="Picture 4" descr="Grand Entrance Kuzco GIF - Grand Entrance Kuzco The Emperors New Groove -  Discover &amp; Share GIFs">
            <a:extLst>
              <a:ext uri="{FF2B5EF4-FFF2-40B4-BE49-F238E27FC236}">
                <a16:creationId xmlns:a16="http://schemas.microsoft.com/office/drawing/2014/main" id="{69DB34B3-2FC5-BD64-37D3-DD392D856B5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960774" y="2381250"/>
            <a:ext cx="6270451" cy="36766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3894716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FB17D6-6F66-19BD-2429-C3FC9E39EE75}"/>
              </a:ext>
            </a:extLst>
          </p:cNvPr>
          <p:cNvSpPr>
            <a:spLocks noGrp="1"/>
          </p:cNvSpPr>
          <p:nvPr>
            <p:ph type="title"/>
          </p:nvPr>
        </p:nvSpPr>
        <p:spPr/>
        <p:txBody>
          <a:bodyPr/>
          <a:lstStyle/>
          <a:p>
            <a:r>
              <a:rPr lang="en-US" dirty="0"/>
              <a:t>What is a frequency?</a:t>
            </a:r>
          </a:p>
        </p:txBody>
      </p:sp>
      <p:sp>
        <p:nvSpPr>
          <p:cNvPr id="3" name="Content Placeholder 2">
            <a:extLst>
              <a:ext uri="{FF2B5EF4-FFF2-40B4-BE49-F238E27FC236}">
                <a16:creationId xmlns:a16="http://schemas.microsoft.com/office/drawing/2014/main" id="{A5D8D2CC-3ABA-592D-343B-8D940243FE31}"/>
              </a:ext>
            </a:extLst>
          </p:cNvPr>
          <p:cNvSpPr>
            <a:spLocks noGrp="1"/>
          </p:cNvSpPr>
          <p:nvPr>
            <p:ph idx="1"/>
          </p:nvPr>
        </p:nvSpPr>
        <p:spPr/>
        <p:txBody>
          <a:bodyPr/>
          <a:lstStyle/>
          <a:p>
            <a:r>
              <a:rPr lang="en-US" dirty="0"/>
              <a:t>counts of observations that fall into categories</a:t>
            </a:r>
          </a:p>
        </p:txBody>
      </p:sp>
      <p:pic>
        <p:nvPicPr>
          <p:cNvPr id="4" name="Picture 4" descr="Oh, you like to use big words? you must be so smart - Condescending Wonka -  quickmeme">
            <a:extLst>
              <a:ext uri="{FF2B5EF4-FFF2-40B4-BE49-F238E27FC236}">
                <a16:creationId xmlns:a16="http://schemas.microsoft.com/office/drawing/2014/main" id="{CC85493E-78DE-63E2-792D-33EEC3FBEEF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190688" y="955436"/>
            <a:ext cx="1605442" cy="1605442"/>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descr="New Sesame Street Count Memes | Ah Ah Ah Memes">
            <a:extLst>
              <a:ext uri="{FF2B5EF4-FFF2-40B4-BE49-F238E27FC236}">
                <a16:creationId xmlns:a16="http://schemas.microsoft.com/office/drawing/2014/main" id="{8843FDD0-5EE1-C67F-F585-2C0DD8F3299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714751" y="3429000"/>
            <a:ext cx="3836352" cy="255756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8563606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B9A232-4A52-E324-DEB8-6DDECD16CDFC}"/>
              </a:ext>
            </a:extLst>
          </p:cNvPr>
          <p:cNvSpPr>
            <a:spLocks noGrp="1"/>
          </p:cNvSpPr>
          <p:nvPr>
            <p:ph type="title"/>
          </p:nvPr>
        </p:nvSpPr>
        <p:spPr/>
        <p:txBody>
          <a:bodyPr/>
          <a:lstStyle/>
          <a:p>
            <a:r>
              <a:rPr lang="en-US" dirty="0"/>
              <a:t>Types of Questions</a:t>
            </a:r>
          </a:p>
        </p:txBody>
      </p:sp>
      <p:sp>
        <p:nvSpPr>
          <p:cNvPr id="3" name="Content Placeholder 2">
            <a:extLst>
              <a:ext uri="{FF2B5EF4-FFF2-40B4-BE49-F238E27FC236}">
                <a16:creationId xmlns:a16="http://schemas.microsoft.com/office/drawing/2014/main" id="{8F934F3B-8A74-4801-C343-D82DB6228A84}"/>
              </a:ext>
            </a:extLst>
          </p:cNvPr>
          <p:cNvSpPr>
            <a:spLocks noGrp="1"/>
          </p:cNvSpPr>
          <p:nvPr>
            <p:ph idx="1"/>
          </p:nvPr>
        </p:nvSpPr>
        <p:spPr/>
        <p:txBody>
          <a:bodyPr/>
          <a:lstStyle/>
          <a:p>
            <a:r>
              <a:rPr lang="en-US" dirty="0"/>
              <a:t>Does my distribution of frequencies across each category match the expected distribution across categories?</a:t>
            </a:r>
          </a:p>
          <a:p>
            <a:r>
              <a:rPr lang="en-US" dirty="0"/>
              <a:t>Does the distribution of frequencies across one categorical variable affect the distribution of frequencies across another categorial variable?</a:t>
            </a:r>
          </a:p>
          <a:p>
            <a:r>
              <a:rPr lang="en-US" dirty="0"/>
              <a:t>What is the likelihood that two distributions of frequencies come from the same population?</a:t>
            </a:r>
          </a:p>
        </p:txBody>
      </p:sp>
    </p:spTree>
    <p:extLst>
      <p:ext uri="{BB962C8B-B14F-4D97-AF65-F5344CB8AC3E}">
        <p14:creationId xmlns:p14="http://schemas.microsoft.com/office/powerpoint/2010/main" val="216044298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FB30AD-366C-048F-D8D6-334435C5C861}"/>
              </a:ext>
            </a:extLst>
          </p:cNvPr>
          <p:cNvSpPr>
            <a:spLocks noGrp="1"/>
          </p:cNvSpPr>
          <p:nvPr>
            <p:ph type="title"/>
          </p:nvPr>
        </p:nvSpPr>
        <p:spPr/>
        <p:txBody>
          <a:bodyPr/>
          <a:lstStyle/>
          <a:p>
            <a:r>
              <a:rPr lang="en-US" dirty="0"/>
              <a:t>Research Scenario!</a:t>
            </a:r>
          </a:p>
        </p:txBody>
      </p:sp>
      <p:sp>
        <p:nvSpPr>
          <p:cNvPr id="3" name="Content Placeholder 2">
            <a:extLst>
              <a:ext uri="{FF2B5EF4-FFF2-40B4-BE49-F238E27FC236}">
                <a16:creationId xmlns:a16="http://schemas.microsoft.com/office/drawing/2014/main" id="{FB16D2AC-E871-E6D6-6740-103FD877998D}"/>
              </a:ext>
            </a:extLst>
          </p:cNvPr>
          <p:cNvSpPr>
            <a:spLocks noGrp="1"/>
          </p:cNvSpPr>
          <p:nvPr>
            <p:ph idx="1"/>
          </p:nvPr>
        </p:nvSpPr>
        <p:spPr>
          <a:xfrm>
            <a:off x="838200" y="1690688"/>
            <a:ext cx="10515600" cy="4486275"/>
          </a:xfrm>
        </p:spPr>
        <p:txBody>
          <a:bodyPr/>
          <a:lstStyle/>
          <a:p>
            <a:r>
              <a:rPr lang="en-US" dirty="0"/>
              <a:t>We are doing some big ship science!</a:t>
            </a:r>
          </a:p>
          <a:p>
            <a:r>
              <a:rPr lang="en-US" dirty="0"/>
              <a:t>Sample copepods during an El Nino year</a:t>
            </a:r>
          </a:p>
          <a:p>
            <a:r>
              <a:rPr lang="en-US" dirty="0"/>
              <a:t>Count the number of each group</a:t>
            </a:r>
          </a:p>
          <a:p>
            <a:pPr marL="0" indent="0">
              <a:buNone/>
            </a:pPr>
            <a:endParaRPr lang="en-US" dirty="0"/>
          </a:p>
          <a:p>
            <a:endParaRPr lang="en-US" dirty="0"/>
          </a:p>
        </p:txBody>
      </p:sp>
      <p:pic>
        <p:nvPicPr>
          <p:cNvPr id="6146" name="Picture 2" descr="Photograph of a researcher retrieving a plankton net from the ocean.">
            <a:extLst>
              <a:ext uri="{FF2B5EF4-FFF2-40B4-BE49-F238E27FC236}">
                <a16:creationId xmlns:a16="http://schemas.microsoft.com/office/drawing/2014/main" id="{BA357081-18B1-C743-D192-AF96B005573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528012" y="3429000"/>
            <a:ext cx="4567988" cy="3045325"/>
          </a:xfrm>
          <a:prstGeom prst="rect">
            <a:avLst/>
          </a:prstGeom>
          <a:noFill/>
          <a:extLst>
            <a:ext uri="{909E8E84-426E-40DD-AFC4-6F175D3DCCD1}">
              <a14:hiddenFill xmlns:a14="http://schemas.microsoft.com/office/drawing/2010/main">
                <a:solidFill>
                  <a:srgbClr val="FFFFFF"/>
                </a:solidFill>
              </a14:hiddenFill>
            </a:ext>
          </a:extLst>
        </p:spPr>
      </p:pic>
      <p:pic>
        <p:nvPicPr>
          <p:cNvPr id="6148" name="Picture 4" descr="Auxiliary General Oceanographic Research Vessel built by Dakota Creek">
            <a:extLst>
              <a:ext uri="{FF2B5EF4-FFF2-40B4-BE49-F238E27FC236}">
                <a16:creationId xmlns:a16="http://schemas.microsoft.com/office/drawing/2014/main" id="{ED5B0BE9-28DC-A659-1035-84445DBBA90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843475" y="2804159"/>
            <a:ext cx="4893554" cy="367016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7092868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964160-E275-C014-69CA-19A258CC70B0}"/>
              </a:ext>
            </a:extLst>
          </p:cNvPr>
          <p:cNvSpPr>
            <a:spLocks noGrp="1"/>
          </p:cNvSpPr>
          <p:nvPr>
            <p:ph type="title"/>
          </p:nvPr>
        </p:nvSpPr>
        <p:spPr/>
        <p:txBody>
          <a:bodyPr/>
          <a:lstStyle/>
          <a:p>
            <a:pPr algn="ctr"/>
            <a:r>
              <a:rPr lang="en-US" dirty="0"/>
              <a:t>Meet the Copepods!</a:t>
            </a:r>
          </a:p>
        </p:txBody>
      </p:sp>
      <p:sp>
        <p:nvSpPr>
          <p:cNvPr id="4" name="Rectangle: Rounded Corners 3">
            <a:extLst>
              <a:ext uri="{FF2B5EF4-FFF2-40B4-BE49-F238E27FC236}">
                <a16:creationId xmlns:a16="http://schemas.microsoft.com/office/drawing/2014/main" id="{CEBE1AFE-2CC1-8CC3-C7AB-014FCC3418F5}"/>
              </a:ext>
            </a:extLst>
          </p:cNvPr>
          <p:cNvSpPr/>
          <p:nvPr/>
        </p:nvSpPr>
        <p:spPr>
          <a:xfrm>
            <a:off x="552450" y="1690688"/>
            <a:ext cx="2686050" cy="533400"/>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t>Calanoid</a:t>
            </a:r>
          </a:p>
        </p:txBody>
      </p:sp>
      <p:sp>
        <p:nvSpPr>
          <p:cNvPr id="5" name="Rectangle: Rounded Corners 4">
            <a:extLst>
              <a:ext uri="{FF2B5EF4-FFF2-40B4-BE49-F238E27FC236}">
                <a16:creationId xmlns:a16="http://schemas.microsoft.com/office/drawing/2014/main" id="{CD789EFC-D495-EDF1-F8BE-D6FA2B30D4B0}"/>
              </a:ext>
            </a:extLst>
          </p:cNvPr>
          <p:cNvSpPr/>
          <p:nvPr/>
        </p:nvSpPr>
        <p:spPr>
          <a:xfrm>
            <a:off x="3390900" y="1690688"/>
            <a:ext cx="2686050" cy="533400"/>
          </a:xfrm>
          <a:prstGeom prst="roundRect">
            <a:avLst/>
          </a:prstGeom>
          <a:solidFill>
            <a:schemeClr val="accent2"/>
          </a:solid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t>Harpacticoid</a:t>
            </a:r>
          </a:p>
        </p:txBody>
      </p:sp>
      <p:sp>
        <p:nvSpPr>
          <p:cNvPr id="6" name="Rectangle: Rounded Corners 5">
            <a:extLst>
              <a:ext uri="{FF2B5EF4-FFF2-40B4-BE49-F238E27FC236}">
                <a16:creationId xmlns:a16="http://schemas.microsoft.com/office/drawing/2014/main" id="{13563D59-37B3-9A0D-3FA5-F735270A97F4}"/>
              </a:ext>
            </a:extLst>
          </p:cNvPr>
          <p:cNvSpPr/>
          <p:nvPr/>
        </p:nvSpPr>
        <p:spPr>
          <a:xfrm>
            <a:off x="6229350" y="1690688"/>
            <a:ext cx="2686050" cy="533400"/>
          </a:xfrm>
          <a:prstGeom prst="roundRect">
            <a:avLst/>
          </a:prstGeom>
          <a:solidFill>
            <a:schemeClr val="accent3"/>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t>Cyclopoid</a:t>
            </a:r>
          </a:p>
        </p:txBody>
      </p:sp>
      <p:sp>
        <p:nvSpPr>
          <p:cNvPr id="7" name="Rectangle: Rounded Corners 6">
            <a:extLst>
              <a:ext uri="{FF2B5EF4-FFF2-40B4-BE49-F238E27FC236}">
                <a16:creationId xmlns:a16="http://schemas.microsoft.com/office/drawing/2014/main" id="{BC952CC2-91AD-8C6F-E787-ADF8BEF6B501}"/>
              </a:ext>
            </a:extLst>
          </p:cNvPr>
          <p:cNvSpPr/>
          <p:nvPr/>
        </p:nvSpPr>
        <p:spPr>
          <a:xfrm>
            <a:off x="9067800" y="1690688"/>
            <a:ext cx="2686050" cy="533400"/>
          </a:xfrm>
          <a:prstGeom prst="roundRect">
            <a:avLst/>
          </a:prstGeom>
          <a:solidFill>
            <a:schemeClr val="accent4"/>
          </a:soli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t>Poecilostomatoid</a:t>
            </a:r>
          </a:p>
        </p:txBody>
      </p:sp>
      <p:pic>
        <p:nvPicPr>
          <p:cNvPr id="5122" name="Picture 2" descr="Calanoida - Wikipedia">
            <a:extLst>
              <a:ext uri="{FF2B5EF4-FFF2-40B4-BE49-F238E27FC236}">
                <a16:creationId xmlns:a16="http://schemas.microsoft.com/office/drawing/2014/main" id="{277048F1-F572-806F-BFFF-28A6419BCC09}"/>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8958" r="12083"/>
          <a:stretch/>
        </p:blipFill>
        <p:spPr bwMode="auto">
          <a:xfrm>
            <a:off x="276225" y="2359453"/>
            <a:ext cx="3238500" cy="3076148"/>
          </a:xfrm>
          <a:prstGeom prst="rect">
            <a:avLst/>
          </a:prstGeom>
          <a:noFill/>
          <a:extLst>
            <a:ext uri="{909E8E84-426E-40DD-AFC4-6F175D3DCCD1}">
              <a14:hiddenFill xmlns:a14="http://schemas.microsoft.com/office/drawing/2010/main">
                <a:solidFill>
                  <a:srgbClr val="FFFFFF"/>
                </a:solidFill>
              </a14:hiddenFill>
            </a:ext>
          </a:extLst>
        </p:spPr>
      </p:pic>
      <p:pic>
        <p:nvPicPr>
          <p:cNvPr id="5124" name="Picture 4" descr="Harpacticoid Copepod">
            <a:extLst>
              <a:ext uri="{FF2B5EF4-FFF2-40B4-BE49-F238E27FC236}">
                <a16:creationId xmlns:a16="http://schemas.microsoft.com/office/drawing/2014/main" id="{748F2D24-99B2-780A-591B-701C527E925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rot="17541249">
            <a:off x="3172194" y="3014612"/>
            <a:ext cx="3253523" cy="2324913"/>
          </a:xfrm>
          <a:prstGeom prst="rect">
            <a:avLst/>
          </a:prstGeom>
          <a:noFill/>
          <a:extLst>
            <a:ext uri="{909E8E84-426E-40DD-AFC4-6F175D3DCCD1}">
              <a14:hiddenFill xmlns:a14="http://schemas.microsoft.com/office/drawing/2010/main">
                <a:solidFill>
                  <a:srgbClr val="FFFFFF"/>
                </a:solidFill>
              </a14:hiddenFill>
            </a:ext>
          </a:extLst>
        </p:spPr>
      </p:pic>
      <p:pic>
        <p:nvPicPr>
          <p:cNvPr id="5128" name="Picture 8" descr="OITHONA SIMILIS (COPEPODA: CYCLOPOIDA) - A COSMOPOLITAN SPECIES?">
            <a:extLst>
              <a:ext uri="{FF2B5EF4-FFF2-40B4-BE49-F238E27FC236}">
                <a16:creationId xmlns:a16="http://schemas.microsoft.com/office/drawing/2014/main" id="{242C968E-B88F-8DE0-00FD-25A2C2C9DA87}"/>
              </a:ext>
            </a:extLst>
          </p:cNvPr>
          <p:cNvPicPr>
            <a:picLocks noChangeAspect="1" noChangeArrowheads="1"/>
          </p:cNvPicPr>
          <p:nvPr/>
        </p:nvPicPr>
        <p:blipFill>
          <a:blip r:embed="rId4">
            <a:extLst>
              <a:ext uri="{BEBA8EAE-BF5A-486C-A8C5-ECC9F3942E4B}">
                <a14:imgProps xmlns:a14="http://schemas.microsoft.com/office/drawing/2010/main">
                  <a14:imgLayer r:embed="rId5">
                    <a14:imgEffect>
                      <a14:backgroundRemoval t="5155" b="96907" l="9653" r="89575">
                        <a14:foregroundMark x1="67181" y1="32990" x2="85328" y2="49485"/>
                        <a14:foregroundMark x1="85328" y1="49485" x2="88803" y2="55155"/>
                        <a14:foregroundMark x1="61776" y1="29381" x2="47104" y2="11340"/>
                        <a14:foregroundMark x1="47104" y1="11340" x2="38224" y2="5670"/>
                        <a14:foregroundMark x1="25097" y1="82474" x2="13900" y2="81959"/>
                        <a14:foregroundMark x1="33977" y1="85567" x2="34363" y2="96907"/>
                        <a14:backgroundMark x1="60618" y1="56701" x2="66409" y2="87113"/>
                        <a14:backgroundMark x1="66409" y1="87113" x2="66409" y2="87629"/>
                        <a14:backgroundMark x1="52896" y1="63402" x2="40154" y2="81959"/>
                        <a14:backgroundMark x1="40154" y1="81959" x2="67181" y2="96392"/>
                        <a14:backgroundMark x1="67181" y1="96392" x2="73359" y2="96392"/>
                      </a14:backgroundRemoval>
                    </a14:imgEffect>
                  </a14:imgLayer>
                </a14:imgProps>
              </a:ext>
              <a:ext uri="{28A0092B-C50C-407E-A947-70E740481C1C}">
                <a14:useLocalDpi xmlns:a14="http://schemas.microsoft.com/office/drawing/2010/main" val="0"/>
              </a:ext>
            </a:extLst>
          </a:blip>
          <a:srcRect/>
          <a:stretch>
            <a:fillRect/>
          </a:stretch>
        </p:blipFill>
        <p:spPr bwMode="auto">
          <a:xfrm rot="19260509">
            <a:off x="5869572" y="2450278"/>
            <a:ext cx="3405606" cy="2550918"/>
          </a:xfrm>
          <a:prstGeom prst="rect">
            <a:avLst/>
          </a:prstGeom>
          <a:noFill/>
          <a:extLst>
            <a:ext uri="{909E8E84-426E-40DD-AFC4-6F175D3DCCD1}">
              <a14:hiddenFill xmlns:a14="http://schemas.microsoft.com/office/drawing/2010/main">
                <a:solidFill>
                  <a:srgbClr val="FFFFFF"/>
                </a:solidFill>
              </a14:hiddenFill>
            </a:ext>
          </a:extLst>
        </p:spPr>
      </p:pic>
      <p:pic>
        <p:nvPicPr>
          <p:cNvPr id="5132" name="Picture 12" descr="CalPhotos: Order Poecilostomatoida">
            <a:extLst>
              <a:ext uri="{FF2B5EF4-FFF2-40B4-BE49-F238E27FC236}">
                <a16:creationId xmlns:a16="http://schemas.microsoft.com/office/drawing/2014/main" id="{BC0638FF-23DF-9579-6598-9FEF7C2EA1BB}"/>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rot="19700115">
            <a:off x="9849796" y="2655754"/>
            <a:ext cx="1747391" cy="2181083"/>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EA74089E-13DB-49FB-29C4-D9056CF17BE3}"/>
              </a:ext>
            </a:extLst>
          </p:cNvPr>
          <p:cNvSpPr txBox="1"/>
          <p:nvPr/>
        </p:nvSpPr>
        <p:spPr>
          <a:xfrm>
            <a:off x="2715347" y="6172018"/>
            <a:ext cx="7554830" cy="646331"/>
          </a:xfrm>
          <a:prstGeom prst="rect">
            <a:avLst/>
          </a:prstGeom>
          <a:noFill/>
        </p:spPr>
        <p:txBody>
          <a:bodyPr wrap="square" rtlCol="0">
            <a:spAutoFit/>
          </a:bodyPr>
          <a:lstStyle/>
          <a:p>
            <a:pPr algn="ctr"/>
            <a:r>
              <a:rPr lang="en-US" dirty="0"/>
              <a:t>*note: apparently </a:t>
            </a:r>
            <a:r>
              <a:rPr lang="en-US" dirty="0" err="1"/>
              <a:t>poecilotomes</a:t>
            </a:r>
            <a:r>
              <a:rPr lang="en-US" dirty="0"/>
              <a:t> are now a suborder of cyclopoids, but we are ignoring that for the purposes of this lecture</a:t>
            </a:r>
          </a:p>
        </p:txBody>
      </p:sp>
    </p:spTree>
    <p:extLst>
      <p:ext uri="{BB962C8B-B14F-4D97-AF65-F5344CB8AC3E}">
        <p14:creationId xmlns:p14="http://schemas.microsoft.com/office/powerpoint/2010/main" val="257859719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C8D978-FD48-DCA3-7823-51CCDA0D4E92}"/>
              </a:ext>
            </a:extLst>
          </p:cNvPr>
          <p:cNvSpPr>
            <a:spLocks noGrp="1"/>
          </p:cNvSpPr>
          <p:nvPr>
            <p:ph type="ctrTitle"/>
          </p:nvPr>
        </p:nvSpPr>
        <p:spPr/>
        <p:txBody>
          <a:bodyPr/>
          <a:lstStyle/>
          <a:p>
            <a:r>
              <a:rPr lang="en-US" dirty="0"/>
              <a:t>Blackwater Manor </a:t>
            </a:r>
            <a:br>
              <a:rPr lang="en-US" dirty="0"/>
            </a:br>
            <a:r>
              <a:rPr lang="en-US" dirty="0"/>
              <a:t>Coding Escape Room</a:t>
            </a:r>
          </a:p>
        </p:txBody>
      </p:sp>
      <p:sp>
        <p:nvSpPr>
          <p:cNvPr id="3" name="Subtitle 2">
            <a:extLst>
              <a:ext uri="{FF2B5EF4-FFF2-40B4-BE49-F238E27FC236}">
                <a16:creationId xmlns:a16="http://schemas.microsoft.com/office/drawing/2014/main" id="{4223BF77-ED66-A312-856C-58A0E22DD7A4}"/>
              </a:ext>
            </a:extLst>
          </p:cNvPr>
          <p:cNvSpPr>
            <a:spLocks noGrp="1"/>
          </p:cNvSpPr>
          <p:nvPr>
            <p:ph type="subTitle" idx="1"/>
          </p:nvPr>
        </p:nvSpPr>
        <p:spPr>
          <a:xfrm>
            <a:off x="1524000" y="4559981"/>
            <a:ext cx="9144000" cy="1655762"/>
          </a:xfrm>
        </p:spPr>
        <p:txBody>
          <a:bodyPr/>
          <a:lstStyle/>
          <a:p>
            <a:endParaRPr lang="en-US" dirty="0"/>
          </a:p>
        </p:txBody>
      </p:sp>
    </p:spTree>
    <p:extLst>
      <p:ext uri="{BB962C8B-B14F-4D97-AF65-F5344CB8AC3E}">
        <p14:creationId xmlns:p14="http://schemas.microsoft.com/office/powerpoint/2010/main" val="267881809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The Haunting of Crimson Manor (Horror Romance) - LifeShouts.com">
            <a:extLst>
              <a:ext uri="{FF2B5EF4-FFF2-40B4-BE49-F238E27FC236}">
                <a16:creationId xmlns:a16="http://schemas.microsoft.com/office/drawing/2014/main" id="{60621E70-F632-66D5-EFA9-0A8CE0F7E53A}"/>
              </a:ext>
            </a:extLst>
          </p:cNvPr>
          <p:cNvPicPr>
            <a:picLocks noChangeAspect="1"/>
          </p:cNvPicPr>
          <p:nvPr/>
        </p:nvPicPr>
        <p:blipFill>
          <a:blip r:embed="rId3"/>
          <a:stretch>
            <a:fillRect/>
          </a:stretch>
        </p:blipFill>
        <p:spPr>
          <a:xfrm>
            <a:off x="892628" y="459609"/>
            <a:ext cx="10406743" cy="5938782"/>
          </a:xfrm>
          <a:prstGeom prst="rect">
            <a:avLst/>
          </a:prstGeom>
        </p:spPr>
      </p:pic>
      <p:sp>
        <p:nvSpPr>
          <p:cNvPr id="5" name="Content Placeholder 2">
            <a:extLst>
              <a:ext uri="{FF2B5EF4-FFF2-40B4-BE49-F238E27FC236}">
                <a16:creationId xmlns:a16="http://schemas.microsoft.com/office/drawing/2014/main" id="{CFFF9CA3-3824-81D0-5D75-5B50DC9CB6A0}"/>
              </a:ext>
            </a:extLst>
          </p:cNvPr>
          <p:cNvSpPr txBox="1">
            <a:spLocks/>
          </p:cNvSpPr>
          <p:nvPr/>
        </p:nvSpPr>
        <p:spPr>
          <a:xfrm>
            <a:off x="-745672" y="6539139"/>
            <a:ext cx="13683342" cy="318861"/>
          </a:xfrm>
          <a:prstGeom prst="rect">
            <a:avLst/>
          </a:prstGeom>
        </p:spPr>
        <p:txBody>
          <a:bodyPr vert="horz" lIns="91440" tIns="45720" rIns="91440" bIns="45720" rtlCol="0">
            <a:normAutofit fontScale="77500" lnSpcReduction="20000"/>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dirty="0">
                <a:hlinkClick r:id="rId4">
                  <a:extLst>
                    <a:ext uri="{A12FA001-AC4F-418D-AE19-62706E023703}">
                      <ahyp:hlinkClr xmlns:ahyp="http://schemas.microsoft.com/office/drawing/2018/hyperlinkcolor" val="tx"/>
                    </a:ext>
                  </a:extLst>
                </a:hlinkClick>
              </a:rPr>
              <a:t>https://kmblincow-the-blackwater-manor-incident.share.connect.posit.cloud/</a:t>
            </a:r>
            <a:r>
              <a:rPr lang="en-US" dirty="0"/>
              <a:t> </a:t>
            </a:r>
          </a:p>
        </p:txBody>
      </p:sp>
    </p:spTree>
    <p:extLst>
      <p:ext uri="{BB962C8B-B14F-4D97-AF65-F5344CB8AC3E}">
        <p14:creationId xmlns:p14="http://schemas.microsoft.com/office/powerpoint/2010/main" val="15703200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A4400D-801D-55F5-D2BB-237C15C3BE05}"/>
              </a:ext>
            </a:extLst>
          </p:cNvPr>
          <p:cNvSpPr>
            <a:spLocks noGrp="1"/>
          </p:cNvSpPr>
          <p:nvPr>
            <p:ph type="title"/>
          </p:nvPr>
        </p:nvSpPr>
        <p:spPr/>
        <p:txBody>
          <a:bodyPr/>
          <a:lstStyle/>
          <a:p>
            <a:endParaRPr lang="en-US" dirty="0"/>
          </a:p>
        </p:txBody>
      </p:sp>
      <p:sp>
        <p:nvSpPr>
          <p:cNvPr id="5" name="Content Placeholder 4">
            <a:extLst>
              <a:ext uri="{FF2B5EF4-FFF2-40B4-BE49-F238E27FC236}">
                <a16:creationId xmlns:a16="http://schemas.microsoft.com/office/drawing/2014/main" id="{D0170FCA-CA42-4394-418A-F0C78792291E}"/>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38643099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335</TotalTime>
  <Words>532</Words>
  <Application>Microsoft Office PowerPoint</Application>
  <PresentationFormat>Widescreen</PresentationFormat>
  <Paragraphs>42</Paragraphs>
  <Slides>11</Slides>
  <Notes>3</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11</vt:i4>
      </vt:variant>
    </vt:vector>
  </HeadingPairs>
  <TitlesOfParts>
    <vt:vector size="15" baseType="lpstr">
      <vt:lpstr>Aptos</vt:lpstr>
      <vt:lpstr>Aptos Display</vt:lpstr>
      <vt:lpstr>Arial</vt:lpstr>
      <vt:lpstr>Office Theme</vt:lpstr>
      <vt:lpstr>MES 503 Lab 11</vt:lpstr>
      <vt:lpstr>Announcements</vt:lpstr>
      <vt:lpstr>What type of test would you use with a  categorical explanatory variable and a  categorical response variable?</vt:lpstr>
      <vt:lpstr>Enter Analysis of Frequencies!</vt:lpstr>
      <vt:lpstr>What is a frequency?</vt:lpstr>
      <vt:lpstr>Types of Questions</vt:lpstr>
      <vt:lpstr>Research Scenario!</vt:lpstr>
      <vt:lpstr>Meet the Copepods!</vt:lpstr>
      <vt:lpstr>Blackwater Manor  Coding Escape Room</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Kayla Blincow</dc:creator>
  <cp:lastModifiedBy>Kayla Blincow</cp:lastModifiedBy>
  <cp:revision>1</cp:revision>
  <dcterms:created xsi:type="dcterms:W3CDTF">2026-10-27T14:25:56Z</dcterms:created>
  <dcterms:modified xsi:type="dcterms:W3CDTF">2026-10-27T20:41:02Z</dcterms:modified>
</cp:coreProperties>
</file>