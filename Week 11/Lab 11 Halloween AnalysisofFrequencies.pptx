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9" r:id="rId1"/>
  </p:sldMasterIdLst>
  <p:notesMasterIdLst>
    <p:notesMasterId r:id="rId6"/>
  </p:notesMasterIdLst>
  <p:sldIdLst>
    <p:sldId id="259" r:id="rId2"/>
    <p:sldId id="256" r:id="rId3"/>
    <p:sldId id="257"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668BF0-029F-4430-A815-4E469E2A1ECB}">
          <p14:sldIdLst>
            <p14:sldId id="259"/>
            <p14:sldId id="256"/>
            <p14:sldId id="257"/>
            <p14:sldId id="258"/>
          </p14:sldIdLst>
        </p14:section>
        <p14:section name="Untitled Section" id="{AE92FAA3-940F-4852-A04F-3F7D3FF656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DC3BE7-34FB-4A0C-8804-7888C6EE9A4A}" v="2" dt="2026-10-27T20:08:24.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40741" autoAdjust="0"/>
  </p:normalViewPr>
  <p:slideViewPr>
    <p:cSldViewPr snapToGrid="0">
      <p:cViewPr varScale="1">
        <p:scale>
          <a:sx n="25" d="100"/>
          <a:sy n="25" d="100"/>
        </p:scale>
        <p:origin x="2244" y="32"/>
      </p:cViewPr>
      <p:guideLst/>
    </p:cSldViewPr>
  </p:slideViewPr>
  <p:notesTextViewPr>
    <p:cViewPr>
      <p:scale>
        <a:sx n="1" d="1"/>
        <a:sy n="1" d="1"/>
      </p:scale>
      <p:origin x="0" y="-8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yla Blincow" userId="ac6229071bdafc06" providerId="LiveId" clId="{9CE18A4C-68C3-4E97-A0CD-BEA78CB9776D}"/>
    <pc:docChg chg="modSld">
      <pc:chgData name="Kayla Blincow" userId="ac6229071bdafc06" providerId="LiveId" clId="{9CE18A4C-68C3-4E97-A0CD-BEA78CB9776D}" dt="2026-10-27T20:13:49.297" v="755" actId="20577"/>
      <pc:docMkLst>
        <pc:docMk/>
      </pc:docMkLst>
      <pc:sldChg chg="modNotesTx">
        <pc:chgData name="Kayla Blincow" userId="ac6229071bdafc06" providerId="LiveId" clId="{9CE18A4C-68C3-4E97-A0CD-BEA78CB9776D}" dt="2026-10-27T20:08:04.206" v="0" actId="20577"/>
        <pc:sldMkLst>
          <pc:docMk/>
          <pc:sldMk cId="2678818095" sldId="256"/>
        </pc:sldMkLst>
      </pc:sldChg>
      <pc:sldChg chg="modNotesTx">
        <pc:chgData name="Kayla Blincow" userId="ac6229071bdafc06" providerId="LiveId" clId="{9CE18A4C-68C3-4E97-A0CD-BEA78CB9776D}" dt="2026-10-27T20:13:49.297" v="755" actId="20577"/>
        <pc:sldMkLst>
          <pc:docMk/>
          <pc:sldMk cId="157032003" sldId="25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D0E126-B8FB-4F38-87FC-E63FB4BDDE51}"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0AB6E2-3D28-450E-9825-49CD3769091C}" type="slidenum">
              <a:rPr lang="en-US" smtClean="0"/>
              <a:t>‹#›</a:t>
            </a:fld>
            <a:endParaRPr lang="en-US"/>
          </a:p>
        </p:txBody>
      </p:sp>
    </p:spTree>
    <p:extLst>
      <p:ext uri="{BB962C8B-B14F-4D97-AF65-F5344CB8AC3E}">
        <p14:creationId xmlns:p14="http://schemas.microsoft.com/office/powerpoint/2010/main" val="3369194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2</a:t>
            </a:fld>
            <a:endParaRPr lang="en-US"/>
          </a:p>
        </p:txBody>
      </p:sp>
    </p:spTree>
    <p:extLst>
      <p:ext uri="{BB962C8B-B14F-4D97-AF65-F5344CB8AC3E}">
        <p14:creationId xmlns:p14="http://schemas.microsoft.com/office/powerpoint/2010/main" val="39852323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sz="1200" b="0" i="0" u="none" strike="noStrike" kern="1200" dirty="0">
                <a:solidFill>
                  <a:schemeClr val="tx1"/>
                </a:solidFill>
                <a:effectLst/>
                <a:latin typeface="+mn-lt"/>
                <a:ea typeface="+mn-ea"/>
                <a:cs typeface="+mn-cs"/>
              </a:rPr>
              <a:t>Perched on a rocky stretch of coastline stands Blackwater Manor, the former home of Dr. Elias Wren, a reclusive marine biologist whose name was once well known in academic circles.</a:t>
            </a:r>
            <a:endParaRPr lang="en-US" b="0" dirty="0">
              <a:effectLst/>
            </a:endParaRPr>
          </a:p>
          <a:p>
            <a:pPr rtl="0"/>
            <a:r>
              <a:rPr lang="en-US" sz="1200" b="0" i="0" u="none" strike="noStrike" kern="1200" dirty="0">
                <a:solidFill>
                  <a:schemeClr val="tx1"/>
                </a:solidFill>
                <a:effectLst/>
                <a:latin typeface="+mn-lt"/>
                <a:ea typeface="+mn-ea"/>
                <a:cs typeface="+mn-cs"/>
              </a:rPr>
              <a:t>Wren had held a prestigious position at a university, where he studied bioluminescent marine organisms. Brilliant but notoriously disorganized, he struggled to collaborate with colleagues. His obsession with his research eventually overshadowed everything else in his life.</a:t>
            </a:r>
            <a:endParaRPr lang="en-US" b="0" dirty="0">
              <a:effectLst/>
            </a:endParaRPr>
          </a:p>
          <a:p>
            <a:pPr rtl="0"/>
            <a:r>
              <a:rPr lang="en-US" sz="1200" b="0" i="0" u="none" strike="noStrike" kern="1200" dirty="0">
                <a:solidFill>
                  <a:schemeClr val="tx1"/>
                </a:solidFill>
                <a:effectLst/>
                <a:latin typeface="+mn-lt"/>
                <a:ea typeface="+mn-ea"/>
                <a:cs typeface="+mn-cs"/>
              </a:rPr>
              <a:t>After inheriting a considerable fortune, Wren left academia and retreated to his ancestral home, Blackwater Manor. He converted much of the manor into a private research laboratory, filling its rooms with specimen jars, experimental tanks, scientific instruments, and mountains of handwritten notes.</a:t>
            </a:r>
            <a:endParaRPr lang="en-US" b="0" dirty="0">
              <a:effectLst/>
            </a:endParaRPr>
          </a:p>
          <a:p>
            <a:pPr rtl="0"/>
            <a:r>
              <a:rPr lang="en-US" sz="1200" b="0" i="0" u="none" strike="noStrike" kern="1200" dirty="0">
                <a:solidFill>
                  <a:schemeClr val="tx1"/>
                </a:solidFill>
                <a:effectLst/>
                <a:latin typeface="+mn-lt"/>
                <a:ea typeface="+mn-ea"/>
                <a:cs typeface="+mn-cs"/>
              </a:rPr>
              <a:t>For several years, he worked in near-total isolation.</a:t>
            </a:r>
            <a:endParaRPr lang="en-US" b="0" dirty="0">
              <a:effectLst/>
            </a:endParaRPr>
          </a:p>
          <a:p>
            <a:pPr rtl="0"/>
            <a:r>
              <a:rPr lang="en-US" sz="1200" b="0" i="0" u="none" strike="noStrike" kern="1200" dirty="0">
                <a:solidFill>
                  <a:schemeClr val="tx1"/>
                </a:solidFill>
                <a:effectLst/>
                <a:latin typeface="+mn-lt"/>
                <a:ea typeface="+mn-ea"/>
                <a:cs typeface="+mn-cs"/>
              </a:rPr>
              <a:t>Then, one autumn evening, Dr. Wren disappeared.</a:t>
            </a:r>
            <a:endParaRPr lang="en-US" b="0" dirty="0">
              <a:effectLst/>
            </a:endParaRPr>
          </a:p>
          <a:p>
            <a:pPr rtl="0"/>
            <a:r>
              <a:rPr lang="en-US" sz="1200" b="0" i="0" u="none" strike="noStrike" kern="1200" dirty="0">
                <a:solidFill>
                  <a:schemeClr val="tx1"/>
                </a:solidFill>
                <a:effectLst/>
                <a:latin typeface="+mn-lt"/>
                <a:ea typeface="+mn-ea"/>
                <a:cs typeface="+mn-cs"/>
              </a:rPr>
              <a:t>A local man passing the manor that night reported hearing screams from inside. He also described strange flashes of blue light coming from the windows. </a:t>
            </a:r>
            <a:endParaRPr lang="en-US" b="0" dirty="0">
              <a:effectLst/>
            </a:endParaRPr>
          </a:p>
          <a:p>
            <a:pPr rtl="0"/>
            <a:r>
              <a:rPr lang="en-US" sz="1200" b="0" i="0" u="none" strike="noStrike" kern="1200" dirty="0">
                <a:solidFill>
                  <a:schemeClr val="tx1"/>
                </a:solidFill>
                <a:effectLst/>
                <a:latin typeface="+mn-lt"/>
                <a:ea typeface="+mn-ea"/>
                <a:cs typeface="+mn-cs"/>
              </a:rPr>
              <a:t>The authorities found no clear evidence of what had happened to Dr. Wren. With no heirs willing to maintain the property, the manor was boarded up. Over the decades, rumors grew. Townspeople reported seeing strange lights behind the boarded windows and hearing inexplicable noises from within. Those unlucky enough to be dared to go inside during childhood games of truth or dare, swear that they saw the ghost of Dr. Wren pacing his laboratory… Is he protecting his secrets? Or waiting for someone </a:t>
            </a:r>
            <a:r>
              <a:rPr lang="en-US" sz="1200" b="0" i="0" u="none" strike="noStrike" kern="1200">
                <a:solidFill>
                  <a:schemeClr val="tx1"/>
                </a:solidFill>
                <a:effectLst/>
                <a:latin typeface="+mn-lt"/>
                <a:ea typeface="+mn-ea"/>
                <a:cs typeface="+mn-cs"/>
              </a:rPr>
              <a:t>to uncover them?</a:t>
            </a:r>
            <a:endParaRPr lang="en-US" b="0" dirty="0">
              <a:effectLst/>
            </a:endParaRPr>
          </a:p>
          <a:p>
            <a:pPr rtl="0"/>
            <a:r>
              <a:rPr lang="en-US" sz="1200" b="0" i="0" u="none" strike="noStrike" kern="1200" dirty="0">
                <a:solidFill>
                  <a:schemeClr val="tx1"/>
                </a:solidFill>
                <a:effectLst/>
                <a:latin typeface="+mn-lt"/>
                <a:ea typeface="+mn-ea"/>
                <a:cs typeface="+mn-cs"/>
              </a:rPr>
              <a:t>Tonight, you have come to investigate.</a:t>
            </a:r>
          </a:p>
          <a:p>
            <a:pPr rtl="0"/>
            <a:r>
              <a:rPr lang="en-US" sz="1200" b="0" i="0" u="none" strike="noStrike" kern="1200" dirty="0">
                <a:solidFill>
                  <a:schemeClr val="tx1"/>
                </a:solidFill>
                <a:effectLst/>
                <a:latin typeface="+mn-lt"/>
                <a:ea typeface="+mn-ea"/>
                <a:cs typeface="+mn-cs"/>
              </a:rPr>
              <a:t>You have assembled a research team to discover what valuable insights into bioluminescence Dr. Wren discovered during his final days as a recluse at Blackwater Manor. You have heard the stories about the haunting of the old estate, but as a scientists you dismiss them as superstition.</a:t>
            </a:r>
            <a:endParaRPr lang="en-US" b="0" dirty="0">
              <a:effectLst/>
            </a:endParaRPr>
          </a:p>
          <a:p>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3</a:t>
            </a:fld>
            <a:endParaRPr lang="en-US"/>
          </a:p>
        </p:txBody>
      </p:sp>
    </p:spTree>
    <p:extLst>
      <p:ext uri="{BB962C8B-B14F-4D97-AF65-F5344CB8AC3E}">
        <p14:creationId xmlns:p14="http://schemas.microsoft.com/office/powerpoint/2010/main" val="117855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1411F-CE67-44F6-E637-97F4B3C1DE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940E0D-F23C-F5B4-F7A6-778F6A12C6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335370-06F5-E03D-B5C1-A1AA4EA296C1}"/>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CF081CBD-0239-2DB7-9F34-1DC5054672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FC23A8-D617-30EE-6079-30F19715B5A5}"/>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5264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F63B8-7E8B-3742-9F7D-A5C5F1451B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5FDE0E-B6E3-9BD5-A229-D715DE4521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052457-8AB0-1114-B7E1-58FE17DFDF7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412F96AF-A51E-CA89-25ED-4084AA0E3E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22CD61-B32F-F242-F294-535FBBE300AA}"/>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127599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EC626-341C-BDC9-60F0-D2525893FF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E964AB-B702-A9C5-6BEE-83D61D7F23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80CA793-E644-62E0-641F-6CD689FBD977}"/>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2FB2194B-EB4D-9CD5-2EAE-8D78248B0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44361-558B-68A4-9C38-CC427F4809C8}"/>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134612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54D3C-BCCE-8886-156F-CAD671EE59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10C7EA-4804-5971-B849-9D020F0A3D1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E1E8BA-BF48-8128-22CD-1B2FA88A8D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26F61E-0F94-EA44-C728-443ABEC15B1D}"/>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033D4752-C9E8-C081-B7BB-4D3A200690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CFF6F-1674-4A12-ED8F-B9BA86895E02}"/>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972133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629C3-FDB7-08DB-FFC6-ABAC0CE148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1D315C-5C41-E296-CF96-014F00264D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E20CA6-2139-5F48-6051-F2C1B52019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D9FBF5-3F08-9C3E-7405-34BA7CF36E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4EA13C-BE7E-3736-2F92-FC2A73DC6B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E38C1-FA3D-0998-38BA-7AD16FEAE8B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8" name="Footer Placeholder 7">
            <a:extLst>
              <a:ext uri="{FF2B5EF4-FFF2-40B4-BE49-F238E27FC236}">
                <a16:creationId xmlns:a16="http://schemas.microsoft.com/office/drawing/2014/main" id="{E75852A3-F3B7-1EE7-FF1C-9EC477745E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567EB1-65FF-B974-E231-8DECD47D1826}"/>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900617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BB416-8FE6-9D31-4845-C90AACAA8B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ABFB11-4119-D915-B991-F29027EEB87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4" name="Footer Placeholder 3">
            <a:extLst>
              <a:ext uri="{FF2B5EF4-FFF2-40B4-BE49-F238E27FC236}">
                <a16:creationId xmlns:a16="http://schemas.microsoft.com/office/drawing/2014/main" id="{9BE85F78-B7A5-6152-4603-3A89C4A789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1F9BC9-0C3A-6526-B32F-CE8349718DA1}"/>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4062462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EE46E5-48BD-3733-7E05-167034CC6B11}"/>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3" name="Footer Placeholder 2">
            <a:extLst>
              <a:ext uri="{FF2B5EF4-FFF2-40B4-BE49-F238E27FC236}">
                <a16:creationId xmlns:a16="http://schemas.microsoft.com/office/drawing/2014/main" id="{6D14B46E-7665-DCFE-59FE-E2B209632D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489093-6EC7-ED06-0F50-7B3DF537DE14}"/>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15421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2592B-91ED-0C43-F056-BC651C5EE2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AA4338-56F7-AE8F-1F30-FAF24516C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71D7A7A-6A9F-2486-C407-A95F58296D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EDD7F-DEA8-C883-DA9C-D77969802690}"/>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9DC38029-EF18-1289-92FA-A28A833A07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419F03-8ABA-EB9E-D1F0-52E669C4A55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37177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871EA-6E43-9010-6C1F-2A19767397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FDEB36-CFA5-FCAD-632B-F2F338C6653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8C5A038-0F5E-E2EB-D9F3-134C3C2CC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9CD445-6DC2-A361-23BE-46296AE7CB5E}"/>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40E9F350-E787-F950-FBBD-1A6C32D75B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F4A037-748A-73F4-660A-8008C2812AB3}"/>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800842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00DB4-6F70-154B-BCA9-B5C846FFDFB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85FF0E9-E70D-F309-863A-A3D22C74F4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E8B4E5-12DE-4597-BE4B-0B3BA7841655}"/>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22F81121-AEAF-AAED-1FE6-BDAC62B9F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15A391-7F77-FC17-368A-E6986417485D}"/>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545118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4781ED-254E-319B-D139-E76A7DF749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0FAF40-B51A-C588-8905-216D07DEE3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7EDC6D-E629-DFC8-2820-48137E6FCCCF}"/>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56002507-D061-C5FD-15B7-9251CF983D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BF415-E260-31FC-8A79-9DEDF6BA7CC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28528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78E2FE-E60F-F8EF-5497-1CED2EA7B1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0196994-1966-6FF1-D292-2F8545C887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D234B-1430-FC91-82CF-367B76FDFA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9F691FBD-FCE3-AFD2-1303-912D09CD42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34E3782-2C1E-E601-AB8A-AF9292F97E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7801B-2072-4C3E-B38E-956A1325F176}" type="slidenum">
              <a:rPr lang="en-US" smtClean="0"/>
              <a:t>‹#›</a:t>
            </a:fld>
            <a:endParaRPr lang="en-US"/>
          </a:p>
        </p:txBody>
      </p:sp>
    </p:spTree>
    <p:extLst>
      <p:ext uri="{BB962C8B-B14F-4D97-AF65-F5344CB8AC3E}">
        <p14:creationId xmlns:p14="http://schemas.microsoft.com/office/powerpoint/2010/main" val="1963189498"/>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kmblincow-the-blackwater-manor-incident.share.connect.posit.clou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17D0C-5CAB-1265-85C8-DF318309F6A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BC5F64D-BBCD-640E-3D8C-40871199E41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007572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8D978-FD48-DCA3-7823-51CCDA0D4E92}"/>
              </a:ext>
            </a:extLst>
          </p:cNvPr>
          <p:cNvSpPr>
            <a:spLocks noGrp="1"/>
          </p:cNvSpPr>
          <p:nvPr>
            <p:ph type="ctrTitle"/>
          </p:nvPr>
        </p:nvSpPr>
        <p:spPr/>
        <p:txBody>
          <a:bodyPr/>
          <a:lstStyle/>
          <a:p>
            <a:r>
              <a:rPr lang="en-US" dirty="0"/>
              <a:t>Blackwater Manor </a:t>
            </a:r>
            <a:br>
              <a:rPr lang="en-US" dirty="0"/>
            </a:br>
            <a:r>
              <a:rPr lang="en-US" dirty="0"/>
              <a:t>Coding Escape Room</a:t>
            </a:r>
          </a:p>
        </p:txBody>
      </p:sp>
      <p:sp>
        <p:nvSpPr>
          <p:cNvPr id="3" name="Subtitle 2">
            <a:extLst>
              <a:ext uri="{FF2B5EF4-FFF2-40B4-BE49-F238E27FC236}">
                <a16:creationId xmlns:a16="http://schemas.microsoft.com/office/drawing/2014/main" id="{4223BF77-ED66-A312-856C-58A0E22DD7A4}"/>
              </a:ext>
            </a:extLst>
          </p:cNvPr>
          <p:cNvSpPr>
            <a:spLocks noGrp="1"/>
          </p:cNvSpPr>
          <p:nvPr>
            <p:ph type="subTitle" idx="1"/>
          </p:nvPr>
        </p:nvSpPr>
        <p:spPr>
          <a:xfrm>
            <a:off x="1524000" y="4559981"/>
            <a:ext cx="9144000" cy="1655762"/>
          </a:xfrm>
        </p:spPr>
        <p:txBody>
          <a:bodyPr/>
          <a:lstStyle/>
          <a:p>
            <a:endParaRPr lang="en-US" dirty="0"/>
          </a:p>
        </p:txBody>
      </p:sp>
    </p:spTree>
    <p:extLst>
      <p:ext uri="{BB962C8B-B14F-4D97-AF65-F5344CB8AC3E}">
        <p14:creationId xmlns:p14="http://schemas.microsoft.com/office/powerpoint/2010/main" val="2678818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Haunting of Crimson Manor (Horror Romance) - LifeShouts.com">
            <a:extLst>
              <a:ext uri="{FF2B5EF4-FFF2-40B4-BE49-F238E27FC236}">
                <a16:creationId xmlns:a16="http://schemas.microsoft.com/office/drawing/2014/main" id="{60621E70-F632-66D5-EFA9-0A8CE0F7E53A}"/>
              </a:ext>
            </a:extLst>
          </p:cNvPr>
          <p:cNvPicPr>
            <a:picLocks noChangeAspect="1"/>
          </p:cNvPicPr>
          <p:nvPr/>
        </p:nvPicPr>
        <p:blipFill>
          <a:blip r:embed="rId3"/>
          <a:stretch>
            <a:fillRect/>
          </a:stretch>
        </p:blipFill>
        <p:spPr>
          <a:xfrm>
            <a:off x="892628" y="459609"/>
            <a:ext cx="10406743" cy="5938782"/>
          </a:xfrm>
          <a:prstGeom prst="rect">
            <a:avLst/>
          </a:prstGeom>
        </p:spPr>
      </p:pic>
      <p:sp>
        <p:nvSpPr>
          <p:cNvPr id="5" name="Content Placeholder 2">
            <a:extLst>
              <a:ext uri="{FF2B5EF4-FFF2-40B4-BE49-F238E27FC236}">
                <a16:creationId xmlns:a16="http://schemas.microsoft.com/office/drawing/2014/main" id="{CFFF9CA3-3824-81D0-5D75-5B50DC9CB6A0}"/>
              </a:ext>
            </a:extLst>
          </p:cNvPr>
          <p:cNvSpPr txBox="1">
            <a:spLocks/>
          </p:cNvSpPr>
          <p:nvPr/>
        </p:nvSpPr>
        <p:spPr>
          <a:xfrm>
            <a:off x="-745672" y="6539139"/>
            <a:ext cx="13683342" cy="318861"/>
          </a:xfrm>
          <a:prstGeom prst="rect">
            <a:avLst/>
          </a:prstGeom>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hlinkClick r:id="rId4">
                  <a:extLst>
                    <a:ext uri="{A12FA001-AC4F-418D-AE19-62706E023703}">
                      <ahyp:hlinkClr xmlns:ahyp="http://schemas.microsoft.com/office/drawing/2018/hyperlinkcolor" val="tx"/>
                    </a:ext>
                  </a:extLst>
                </a:hlinkClick>
              </a:rPr>
              <a:t>https://kmblincow-the-blackwater-manor-incident.share.connect.posit.cloud/</a:t>
            </a:r>
            <a:r>
              <a:rPr lang="en-US" dirty="0"/>
              <a:t> </a:t>
            </a:r>
          </a:p>
        </p:txBody>
      </p:sp>
    </p:spTree>
    <p:extLst>
      <p:ext uri="{BB962C8B-B14F-4D97-AF65-F5344CB8AC3E}">
        <p14:creationId xmlns:p14="http://schemas.microsoft.com/office/powerpoint/2010/main" val="1570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4400D-801D-55F5-D2BB-237C15C3BE05}"/>
              </a:ext>
            </a:extLst>
          </p:cNvPr>
          <p:cNvSpPr>
            <a:spLocks noGrp="1"/>
          </p:cNvSpPr>
          <p:nvPr>
            <p:ph type="title"/>
          </p:nvPr>
        </p:nvSpPr>
        <p:spPr/>
        <p:txBody>
          <a:bodyPr/>
          <a:lstStyle/>
          <a:p>
            <a:endParaRPr lang="en-US" dirty="0"/>
          </a:p>
        </p:txBody>
      </p:sp>
      <p:sp>
        <p:nvSpPr>
          <p:cNvPr id="5" name="Content Placeholder 4">
            <a:extLst>
              <a:ext uri="{FF2B5EF4-FFF2-40B4-BE49-F238E27FC236}">
                <a16:creationId xmlns:a16="http://schemas.microsoft.com/office/drawing/2014/main" id="{D0170FCA-CA42-4394-418A-F0C78792291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64309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308</TotalTime>
  <Words>352</Words>
  <Application>Microsoft Office PowerPoint</Application>
  <PresentationFormat>Widescreen</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Blackwater Manor  Coding Escape Room</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Kayla Blincow</dc:creator>
  <cp:lastModifiedBy>Kayla Blincow</cp:lastModifiedBy>
  <cp:revision>1</cp:revision>
  <dcterms:created xsi:type="dcterms:W3CDTF">2026-10-27T14:25:56Z</dcterms:created>
  <dcterms:modified xsi:type="dcterms:W3CDTF">2026-10-27T20:13:55Z</dcterms:modified>
</cp:coreProperties>
</file>