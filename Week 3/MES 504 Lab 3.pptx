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84" r:id="rId3"/>
    <p:sldId id="403" r:id="rId4"/>
    <p:sldId id="285" r:id="rId5"/>
    <p:sldId id="297" r:id="rId6"/>
    <p:sldId id="404" r:id="rId7"/>
    <p:sldId id="402" r:id="rId8"/>
    <p:sldId id="405" r:id="rId9"/>
    <p:sldId id="29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91E639-9DFE-4BC5-B7EA-911A11D377AC}" v="1" dt="2026-09-01T16:36:37.1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3447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yla Blincow" userId="ac6229071bdafc06" providerId="LiveId" clId="{9CE18A4C-68C3-4E97-A0CD-BEA78CB9776D}"/>
    <pc:docChg chg="undo custSel addSld delSld modSld">
      <pc:chgData name="Kayla Blincow" userId="ac6229071bdafc06" providerId="LiveId" clId="{9CE18A4C-68C3-4E97-A0CD-BEA78CB9776D}" dt="2026-09-01T16:47:42.283" v="827" actId="22"/>
      <pc:docMkLst>
        <pc:docMk/>
      </pc:docMkLst>
      <pc:sldChg chg="modSp mod">
        <pc:chgData name="Kayla Blincow" userId="ac6229071bdafc06" providerId="LiveId" clId="{9CE18A4C-68C3-4E97-A0CD-BEA78CB9776D}" dt="2026-09-01T13:28:53.096" v="1" actId="20577"/>
        <pc:sldMkLst>
          <pc:docMk/>
          <pc:sldMk cId="2948685846" sldId="256"/>
        </pc:sldMkLst>
        <pc:spChg chg="mod">
          <ac:chgData name="Kayla Blincow" userId="ac6229071bdafc06" providerId="LiveId" clId="{9CE18A4C-68C3-4E97-A0CD-BEA78CB9776D}" dt="2026-09-01T13:28:53.096" v="1" actId="20577"/>
          <ac:spMkLst>
            <pc:docMk/>
            <pc:sldMk cId="2948685846" sldId="256"/>
            <ac:spMk id="2" creationId="{D24B8A19-FA22-C682-4310-EEAA4459904E}"/>
          </ac:spMkLst>
        </pc:spChg>
      </pc:sldChg>
      <pc:sldChg chg="del">
        <pc:chgData name="Kayla Blincow" userId="ac6229071bdafc06" providerId="LiveId" clId="{9CE18A4C-68C3-4E97-A0CD-BEA78CB9776D}" dt="2026-09-01T16:37:54.814" v="790" actId="47"/>
        <pc:sldMkLst>
          <pc:docMk/>
          <pc:sldMk cId="1667211957" sldId="257"/>
        </pc:sldMkLst>
      </pc:sldChg>
      <pc:sldChg chg="addSp modSp mod">
        <pc:chgData name="Kayla Blincow" userId="ac6229071bdafc06" providerId="LiveId" clId="{9CE18A4C-68C3-4E97-A0CD-BEA78CB9776D}" dt="2026-09-01T16:41:22.463" v="825" actId="14100"/>
        <pc:sldMkLst>
          <pc:docMk/>
          <pc:sldMk cId="949666939" sldId="284"/>
        </pc:sldMkLst>
        <pc:spChg chg="mod">
          <ac:chgData name="Kayla Blincow" userId="ac6229071bdafc06" providerId="LiveId" clId="{9CE18A4C-68C3-4E97-A0CD-BEA78CB9776D}" dt="2026-09-01T16:41:22.463" v="825" actId="14100"/>
          <ac:spMkLst>
            <pc:docMk/>
            <pc:sldMk cId="949666939" sldId="284"/>
            <ac:spMk id="3" creationId="{5EC916F8-2617-0B7F-D699-7AE508E9AD38}"/>
          </ac:spMkLst>
        </pc:spChg>
        <pc:spChg chg="add mod">
          <ac:chgData name="Kayla Blincow" userId="ac6229071bdafc06" providerId="LiveId" clId="{9CE18A4C-68C3-4E97-A0CD-BEA78CB9776D}" dt="2026-09-01T13:34:26.367" v="137" actId="14100"/>
          <ac:spMkLst>
            <pc:docMk/>
            <pc:sldMk cId="949666939" sldId="284"/>
            <ac:spMk id="6" creationId="{4E097512-ED74-4932-CAD5-78899AF24ED8}"/>
          </ac:spMkLst>
        </pc:spChg>
        <pc:spChg chg="add mod">
          <ac:chgData name="Kayla Blincow" userId="ac6229071bdafc06" providerId="LiveId" clId="{9CE18A4C-68C3-4E97-A0CD-BEA78CB9776D}" dt="2026-09-01T13:34:23.948" v="136" actId="14100"/>
          <ac:spMkLst>
            <pc:docMk/>
            <pc:sldMk cId="949666939" sldId="284"/>
            <ac:spMk id="8" creationId="{FF488F4D-7548-2E16-B4A6-9221E62E3DBE}"/>
          </ac:spMkLst>
        </pc:spChg>
        <pc:picChg chg="add mod">
          <ac:chgData name="Kayla Blincow" userId="ac6229071bdafc06" providerId="LiveId" clId="{9CE18A4C-68C3-4E97-A0CD-BEA78CB9776D}" dt="2026-09-01T16:41:16.755" v="824" actId="1076"/>
          <ac:picMkLst>
            <pc:docMk/>
            <pc:sldMk cId="949666939" sldId="284"/>
            <ac:picMk id="5" creationId="{6665DA08-0A89-1243-C600-2D30A830B216}"/>
          </ac:picMkLst>
        </pc:picChg>
      </pc:sldChg>
      <pc:sldChg chg="addSp delSp modSp mod">
        <pc:chgData name="Kayla Blincow" userId="ac6229071bdafc06" providerId="LiveId" clId="{9CE18A4C-68C3-4E97-A0CD-BEA78CB9776D}" dt="2026-09-01T13:51:55.782" v="638" actId="20577"/>
        <pc:sldMkLst>
          <pc:docMk/>
          <pc:sldMk cId="1878047201" sldId="285"/>
        </pc:sldMkLst>
        <pc:spChg chg="mod">
          <ac:chgData name="Kayla Blincow" userId="ac6229071bdafc06" providerId="LiveId" clId="{9CE18A4C-68C3-4E97-A0CD-BEA78CB9776D}" dt="2026-09-01T13:51:55.782" v="638" actId="20577"/>
          <ac:spMkLst>
            <pc:docMk/>
            <pc:sldMk cId="1878047201" sldId="285"/>
            <ac:spMk id="3" creationId="{3DC48FA2-14EB-0B0E-2CB5-42D5FBAC79B8}"/>
          </ac:spMkLst>
        </pc:spChg>
        <pc:spChg chg="add mod">
          <ac:chgData name="Kayla Blincow" userId="ac6229071bdafc06" providerId="LiveId" clId="{9CE18A4C-68C3-4E97-A0CD-BEA78CB9776D}" dt="2026-09-01T13:38:32.747" v="583" actId="20577"/>
          <ac:spMkLst>
            <pc:docMk/>
            <pc:sldMk cId="1878047201" sldId="285"/>
            <ac:spMk id="10" creationId="{FE2DE637-4E53-4100-0167-B6384FFC8520}"/>
          </ac:spMkLst>
        </pc:spChg>
        <pc:picChg chg="del">
          <ac:chgData name="Kayla Blincow" userId="ac6229071bdafc06" providerId="LiveId" clId="{9CE18A4C-68C3-4E97-A0CD-BEA78CB9776D}" dt="2026-09-01T13:35:47.352" v="139" actId="478"/>
          <ac:picMkLst>
            <pc:docMk/>
            <pc:sldMk cId="1878047201" sldId="285"/>
            <ac:picMk id="4" creationId="{0318D873-A643-87BA-06AE-C1B8487952F3}"/>
          </ac:picMkLst>
        </pc:picChg>
        <pc:picChg chg="add mod">
          <ac:chgData name="Kayla Blincow" userId="ac6229071bdafc06" providerId="LiveId" clId="{9CE18A4C-68C3-4E97-A0CD-BEA78CB9776D}" dt="2026-09-01T13:38:03.213" v="564" actId="14100"/>
          <ac:picMkLst>
            <pc:docMk/>
            <pc:sldMk cId="1878047201" sldId="285"/>
            <ac:picMk id="6" creationId="{8A9F4C1B-0726-BD5F-06C8-29D622647F63}"/>
          </ac:picMkLst>
        </pc:picChg>
        <pc:picChg chg="add mod">
          <ac:chgData name="Kayla Blincow" userId="ac6229071bdafc06" providerId="LiveId" clId="{9CE18A4C-68C3-4E97-A0CD-BEA78CB9776D}" dt="2026-09-01T13:38:06.067" v="566" actId="1076"/>
          <ac:picMkLst>
            <pc:docMk/>
            <pc:sldMk cId="1878047201" sldId="285"/>
            <ac:picMk id="8" creationId="{F67BCA54-BF78-52EF-8519-0F55912C07B4}"/>
          </ac:picMkLst>
        </pc:picChg>
      </pc:sldChg>
      <pc:sldChg chg="delSp modSp del mod">
        <pc:chgData name="Kayla Blincow" userId="ac6229071bdafc06" providerId="LiveId" clId="{9CE18A4C-68C3-4E97-A0CD-BEA78CB9776D}" dt="2026-09-01T13:38:18.416" v="570" actId="47"/>
        <pc:sldMkLst>
          <pc:docMk/>
          <pc:sldMk cId="3268575765" sldId="286"/>
        </pc:sldMkLst>
        <pc:spChg chg="del mod">
          <ac:chgData name="Kayla Blincow" userId="ac6229071bdafc06" providerId="LiveId" clId="{9CE18A4C-68C3-4E97-A0CD-BEA78CB9776D}" dt="2026-09-01T13:36:48.096" v="305" actId="21"/>
          <ac:spMkLst>
            <pc:docMk/>
            <pc:sldMk cId="3268575765" sldId="286"/>
            <ac:spMk id="7" creationId="{B7579479-6FC8-1792-639A-9A48D7B79FE3}"/>
          </ac:spMkLst>
        </pc:spChg>
        <pc:picChg chg="del">
          <ac:chgData name="Kayla Blincow" userId="ac6229071bdafc06" providerId="LiveId" clId="{9CE18A4C-68C3-4E97-A0CD-BEA78CB9776D}" dt="2026-09-01T13:36:48.096" v="305" actId="21"/>
          <ac:picMkLst>
            <pc:docMk/>
            <pc:sldMk cId="3268575765" sldId="286"/>
            <ac:picMk id="4" creationId="{B7AA2554-F96E-D1A3-01B2-015DA6F32013}"/>
          </ac:picMkLst>
        </pc:picChg>
        <pc:picChg chg="del mod">
          <ac:chgData name="Kayla Blincow" userId="ac6229071bdafc06" providerId="LiveId" clId="{9CE18A4C-68C3-4E97-A0CD-BEA78CB9776D}" dt="2026-09-01T13:36:48.096" v="305" actId="21"/>
          <ac:picMkLst>
            <pc:docMk/>
            <pc:sldMk cId="3268575765" sldId="286"/>
            <ac:picMk id="6" creationId="{F1BB9FAD-3593-C6FC-9530-D06C054BA403}"/>
          </ac:picMkLst>
        </pc:picChg>
      </pc:sldChg>
      <pc:sldChg chg="del">
        <pc:chgData name="Kayla Blincow" userId="ac6229071bdafc06" providerId="LiveId" clId="{9CE18A4C-68C3-4E97-A0CD-BEA78CB9776D}" dt="2026-09-01T13:38:20.100" v="571" actId="47"/>
        <pc:sldMkLst>
          <pc:docMk/>
          <pc:sldMk cId="3653969362" sldId="287"/>
        </pc:sldMkLst>
      </pc:sldChg>
      <pc:sldChg chg="del">
        <pc:chgData name="Kayla Blincow" userId="ac6229071bdafc06" providerId="LiveId" clId="{9CE18A4C-68C3-4E97-A0CD-BEA78CB9776D}" dt="2026-09-01T13:38:21.743" v="572" actId="47"/>
        <pc:sldMkLst>
          <pc:docMk/>
          <pc:sldMk cId="2080655534" sldId="288"/>
        </pc:sldMkLst>
      </pc:sldChg>
      <pc:sldChg chg="del">
        <pc:chgData name="Kayla Blincow" userId="ac6229071bdafc06" providerId="LiveId" clId="{9CE18A4C-68C3-4E97-A0CD-BEA78CB9776D}" dt="2026-09-01T14:12:00.960" v="639" actId="47"/>
        <pc:sldMkLst>
          <pc:docMk/>
          <pc:sldMk cId="4016678412" sldId="289"/>
        </pc:sldMkLst>
      </pc:sldChg>
      <pc:sldChg chg="del">
        <pc:chgData name="Kayla Blincow" userId="ac6229071bdafc06" providerId="LiveId" clId="{9CE18A4C-68C3-4E97-A0CD-BEA78CB9776D}" dt="2026-09-01T16:12:10.138" v="647" actId="47"/>
        <pc:sldMkLst>
          <pc:docMk/>
          <pc:sldMk cId="3982844915" sldId="290"/>
        </pc:sldMkLst>
      </pc:sldChg>
      <pc:sldChg chg="del">
        <pc:chgData name="Kayla Blincow" userId="ac6229071bdafc06" providerId="LiveId" clId="{9CE18A4C-68C3-4E97-A0CD-BEA78CB9776D}" dt="2026-09-01T15:20:51.521" v="640" actId="47"/>
        <pc:sldMkLst>
          <pc:docMk/>
          <pc:sldMk cId="166070374" sldId="291"/>
        </pc:sldMkLst>
      </pc:sldChg>
      <pc:sldChg chg="del">
        <pc:chgData name="Kayla Blincow" userId="ac6229071bdafc06" providerId="LiveId" clId="{9CE18A4C-68C3-4E97-A0CD-BEA78CB9776D}" dt="2026-09-01T15:20:51.521" v="640" actId="47"/>
        <pc:sldMkLst>
          <pc:docMk/>
          <pc:sldMk cId="3351321447" sldId="292"/>
        </pc:sldMkLst>
      </pc:sldChg>
      <pc:sldChg chg="del">
        <pc:chgData name="Kayla Blincow" userId="ac6229071bdafc06" providerId="LiveId" clId="{9CE18A4C-68C3-4E97-A0CD-BEA78CB9776D}" dt="2026-09-01T15:20:51.521" v="640" actId="47"/>
        <pc:sldMkLst>
          <pc:docMk/>
          <pc:sldMk cId="144499914" sldId="293"/>
        </pc:sldMkLst>
      </pc:sldChg>
      <pc:sldChg chg="del">
        <pc:chgData name="Kayla Blincow" userId="ac6229071bdafc06" providerId="LiveId" clId="{9CE18A4C-68C3-4E97-A0CD-BEA78CB9776D}" dt="2026-09-01T15:20:51.521" v="640" actId="47"/>
        <pc:sldMkLst>
          <pc:docMk/>
          <pc:sldMk cId="716144979" sldId="294"/>
        </pc:sldMkLst>
      </pc:sldChg>
      <pc:sldChg chg="del">
        <pc:chgData name="Kayla Blincow" userId="ac6229071bdafc06" providerId="LiveId" clId="{9CE18A4C-68C3-4E97-A0CD-BEA78CB9776D}" dt="2026-09-01T15:20:51.521" v="640" actId="47"/>
        <pc:sldMkLst>
          <pc:docMk/>
          <pc:sldMk cId="1955093603" sldId="295"/>
        </pc:sldMkLst>
      </pc:sldChg>
      <pc:sldChg chg="addSp delSp modSp mod">
        <pc:chgData name="Kayla Blincow" userId="ac6229071bdafc06" providerId="LiveId" clId="{9CE18A4C-68C3-4E97-A0CD-BEA78CB9776D}" dt="2026-09-01T16:12:00.534" v="645" actId="1076"/>
        <pc:sldMkLst>
          <pc:docMk/>
          <pc:sldMk cId="3657074532" sldId="297"/>
        </pc:sldMkLst>
        <pc:spChg chg="add del mod">
          <ac:chgData name="Kayla Blincow" userId="ac6229071bdafc06" providerId="LiveId" clId="{9CE18A4C-68C3-4E97-A0CD-BEA78CB9776D}" dt="2026-09-01T16:11:27.363" v="642" actId="478"/>
          <ac:spMkLst>
            <pc:docMk/>
            <pc:sldMk cId="3657074532" sldId="297"/>
            <ac:spMk id="4" creationId="{C6310085-0BA4-C545-19E4-BE6600A9EB3F}"/>
          </ac:spMkLst>
        </pc:spChg>
        <pc:spChg chg="del">
          <ac:chgData name="Kayla Blincow" userId="ac6229071bdafc06" providerId="LiveId" clId="{9CE18A4C-68C3-4E97-A0CD-BEA78CB9776D}" dt="2026-09-01T16:11:25.507" v="641" actId="478"/>
          <ac:spMkLst>
            <pc:docMk/>
            <pc:sldMk cId="3657074532" sldId="297"/>
            <ac:spMk id="6" creationId="{E2C58117-E28F-F76B-F72D-24E56F9BF6D2}"/>
          </ac:spMkLst>
        </pc:spChg>
        <pc:picChg chg="add mod">
          <ac:chgData name="Kayla Blincow" userId="ac6229071bdafc06" providerId="LiveId" clId="{9CE18A4C-68C3-4E97-A0CD-BEA78CB9776D}" dt="2026-09-01T16:12:00.534" v="645" actId="1076"/>
          <ac:picMkLst>
            <pc:docMk/>
            <pc:sldMk cId="3657074532" sldId="297"/>
            <ac:picMk id="5" creationId="{F1309E11-AFB2-4BD7-181A-C1A7396635B2}"/>
          </ac:picMkLst>
        </pc:picChg>
      </pc:sldChg>
      <pc:sldChg chg="del">
        <pc:chgData name="Kayla Blincow" userId="ac6229071bdafc06" providerId="LiveId" clId="{9CE18A4C-68C3-4E97-A0CD-BEA78CB9776D}" dt="2026-09-01T16:12:08.318" v="646" actId="47"/>
        <pc:sldMkLst>
          <pc:docMk/>
          <pc:sldMk cId="2423801039" sldId="399"/>
        </pc:sldMkLst>
      </pc:sldChg>
      <pc:sldChg chg="del">
        <pc:chgData name="Kayla Blincow" userId="ac6229071bdafc06" providerId="LiveId" clId="{9CE18A4C-68C3-4E97-A0CD-BEA78CB9776D}" dt="2026-09-01T16:12:08.318" v="646" actId="47"/>
        <pc:sldMkLst>
          <pc:docMk/>
          <pc:sldMk cId="354841894" sldId="400"/>
        </pc:sldMkLst>
      </pc:sldChg>
      <pc:sldChg chg="delSp del mod">
        <pc:chgData name="Kayla Blincow" userId="ac6229071bdafc06" providerId="LiveId" clId="{9CE18A4C-68C3-4E97-A0CD-BEA78CB9776D}" dt="2026-09-01T16:37:52.003" v="789" actId="47"/>
        <pc:sldMkLst>
          <pc:docMk/>
          <pc:sldMk cId="3813715369" sldId="401"/>
        </pc:sldMkLst>
        <pc:picChg chg="del">
          <ac:chgData name="Kayla Blincow" userId="ac6229071bdafc06" providerId="LiveId" clId="{9CE18A4C-68C3-4E97-A0CD-BEA78CB9776D}" dt="2026-09-01T16:12:15.607" v="648" actId="478"/>
          <ac:picMkLst>
            <pc:docMk/>
            <pc:sldMk cId="3813715369" sldId="401"/>
            <ac:picMk id="4" creationId="{A1FE69D6-D6FA-CC78-423A-966B37891B1E}"/>
          </ac:picMkLst>
        </pc:picChg>
      </pc:sldChg>
      <pc:sldChg chg="addSp modSp new mod">
        <pc:chgData name="Kayla Blincow" userId="ac6229071bdafc06" providerId="LiveId" clId="{9CE18A4C-68C3-4E97-A0CD-BEA78CB9776D}" dt="2026-09-01T13:32:00.828" v="92" actId="1076"/>
        <pc:sldMkLst>
          <pc:docMk/>
          <pc:sldMk cId="2333390065" sldId="403"/>
        </pc:sldMkLst>
        <pc:spChg chg="mod">
          <ac:chgData name="Kayla Blincow" userId="ac6229071bdafc06" providerId="LiveId" clId="{9CE18A4C-68C3-4E97-A0CD-BEA78CB9776D}" dt="2026-09-01T13:29:13.800" v="60" actId="20577"/>
          <ac:spMkLst>
            <pc:docMk/>
            <pc:sldMk cId="2333390065" sldId="403"/>
            <ac:spMk id="2" creationId="{1211DA55-83FD-470F-A516-1F7F3CD055F8}"/>
          </ac:spMkLst>
        </pc:spChg>
        <pc:spChg chg="mod">
          <ac:chgData name="Kayla Blincow" userId="ac6229071bdafc06" providerId="LiveId" clId="{9CE18A4C-68C3-4E97-A0CD-BEA78CB9776D}" dt="2026-09-01T13:29:50.517" v="89" actId="20577"/>
          <ac:spMkLst>
            <pc:docMk/>
            <pc:sldMk cId="2333390065" sldId="403"/>
            <ac:spMk id="3" creationId="{3102A1BD-1782-D5DC-6F20-37DB66BFDE25}"/>
          </ac:spMkLst>
        </pc:spChg>
        <pc:picChg chg="add mod">
          <ac:chgData name="Kayla Blincow" userId="ac6229071bdafc06" providerId="LiveId" clId="{9CE18A4C-68C3-4E97-A0CD-BEA78CB9776D}" dt="2026-09-01T13:32:00.828" v="92" actId="1076"/>
          <ac:picMkLst>
            <pc:docMk/>
            <pc:sldMk cId="2333390065" sldId="403"/>
            <ac:picMk id="5" creationId="{4B61FDE1-FF51-9716-57CF-3F720D57EC46}"/>
          </ac:picMkLst>
        </pc:picChg>
      </pc:sldChg>
      <pc:sldChg chg="new del">
        <pc:chgData name="Kayla Blincow" userId="ac6229071bdafc06" providerId="LiveId" clId="{9CE18A4C-68C3-4E97-A0CD-BEA78CB9776D}" dt="2026-09-01T16:36:06.662" v="650" actId="47"/>
        <pc:sldMkLst>
          <pc:docMk/>
          <pc:sldMk cId="3112278209" sldId="404"/>
        </pc:sldMkLst>
      </pc:sldChg>
      <pc:sldChg chg="modSp new mod">
        <pc:chgData name="Kayla Blincow" userId="ac6229071bdafc06" providerId="LiveId" clId="{9CE18A4C-68C3-4E97-A0CD-BEA78CB9776D}" dt="2026-09-01T16:37:47.547" v="788" actId="1076"/>
        <pc:sldMkLst>
          <pc:docMk/>
          <pc:sldMk cId="3726199587" sldId="404"/>
        </pc:sldMkLst>
        <pc:spChg chg="mod">
          <ac:chgData name="Kayla Blincow" userId="ac6229071bdafc06" providerId="LiveId" clId="{9CE18A4C-68C3-4E97-A0CD-BEA78CB9776D}" dt="2026-09-01T16:37:47.547" v="788" actId="1076"/>
          <ac:spMkLst>
            <pc:docMk/>
            <pc:sldMk cId="3726199587" sldId="404"/>
            <ac:spMk id="2" creationId="{0E4E86B3-8E4E-ED77-BE5B-63FB87391B2D}"/>
          </ac:spMkLst>
        </pc:spChg>
        <pc:spChg chg="mod">
          <ac:chgData name="Kayla Blincow" userId="ac6229071bdafc06" providerId="LiveId" clId="{9CE18A4C-68C3-4E97-A0CD-BEA78CB9776D}" dt="2026-09-01T16:37:44.503" v="787" actId="14100"/>
          <ac:spMkLst>
            <pc:docMk/>
            <pc:sldMk cId="3726199587" sldId="404"/>
            <ac:spMk id="3" creationId="{A92CF196-89EE-A035-2934-1121F3638C3E}"/>
          </ac:spMkLst>
        </pc:spChg>
      </pc:sldChg>
      <pc:sldChg chg="addSp new mod">
        <pc:chgData name="Kayla Blincow" userId="ac6229071bdafc06" providerId="LiveId" clId="{9CE18A4C-68C3-4E97-A0CD-BEA78CB9776D}" dt="2026-09-01T16:47:42.283" v="827" actId="22"/>
        <pc:sldMkLst>
          <pc:docMk/>
          <pc:sldMk cId="2505620450" sldId="405"/>
        </pc:sldMkLst>
        <pc:picChg chg="add">
          <ac:chgData name="Kayla Blincow" userId="ac6229071bdafc06" providerId="LiveId" clId="{9CE18A4C-68C3-4E97-A0CD-BEA78CB9776D}" dt="2026-09-01T16:47:42.283" v="827" actId="22"/>
          <ac:picMkLst>
            <pc:docMk/>
            <pc:sldMk cId="2505620450" sldId="405"/>
            <ac:picMk id="5" creationId="{33794147-ABFD-F6CE-6C74-5DD95D881E7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EAC65F-9207-41AE-8C53-46E5EA7B4DDF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32F4B8-4792-4BBE-9010-0D4D9882B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34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32F4B8-4792-4BBE-9010-0D4D9882B9B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247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32F4B8-4792-4BBE-9010-0D4D9882B9B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730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89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777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387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26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292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7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743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849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386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306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274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F5A2DA7E-11E7-48AB-82F5-7068197A42C9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4444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r-graph-gallery.co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r-graph-gallery.com/" TargetMode="External"/><Relationship Id="rId2" Type="http://schemas.openxmlformats.org/officeDocument/2006/relationships/hyperlink" Target="https://www.geckoboard.com/resources/data-visualization-tip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B8A19-FA22-C682-4310-EEAA445990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2630" y="1600200"/>
            <a:ext cx="5855368" cy="1801311"/>
          </a:xfrm>
        </p:spPr>
        <p:txBody>
          <a:bodyPr/>
          <a:lstStyle/>
          <a:p>
            <a:r>
              <a:rPr lang="en-US" dirty="0"/>
              <a:t>MES 503 Lab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7B767E-3D5A-B7E7-2441-4EBD66E2A6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2630" y="3602038"/>
            <a:ext cx="5855369" cy="1655762"/>
          </a:xfrm>
        </p:spPr>
        <p:txBody>
          <a:bodyPr/>
          <a:lstStyle/>
          <a:p>
            <a:r>
              <a:rPr lang="en-US" dirty="0"/>
              <a:t>Kayla Blincow, PhD</a:t>
            </a:r>
          </a:p>
        </p:txBody>
      </p:sp>
      <p:pic>
        <p:nvPicPr>
          <p:cNvPr id="4" name="Picture 2" descr="R Memes for Statistical Fiends on Twitter: &quot;More R memes created directly  in R with @thosjleeper package &quot;memes&quot; https://t.co/R6MNt7sSzV #rstats… &quot;">
            <a:extLst>
              <a:ext uri="{FF2B5EF4-FFF2-40B4-BE49-F238E27FC236}">
                <a16:creationId xmlns:a16="http://schemas.microsoft.com/office/drawing/2014/main" id="{4E2F905E-C631-73E1-AB39-F358E6C87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443" y="1250651"/>
            <a:ext cx="3449053" cy="4356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8685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E9A48-B850-58D5-1576-8EEEB414F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916F8-2617-0B7F-D699-7AE508E9A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43400" cy="4351338"/>
          </a:xfrm>
        </p:spPr>
        <p:txBody>
          <a:bodyPr/>
          <a:lstStyle/>
          <a:p>
            <a:r>
              <a:rPr lang="en-US" dirty="0"/>
              <a:t>Schedule Change</a:t>
            </a:r>
          </a:p>
          <a:p>
            <a:r>
              <a:rPr lang="en-US" dirty="0"/>
              <a:t>Answer Key for last week posted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65DA08-0A89-1243-C600-2D30A830B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8632" y="253837"/>
            <a:ext cx="6407479" cy="635032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E097512-ED74-4932-CAD5-78899AF24ED8}"/>
              </a:ext>
            </a:extLst>
          </p:cNvPr>
          <p:cNvSpPr/>
          <p:nvPr/>
        </p:nvSpPr>
        <p:spPr>
          <a:xfrm>
            <a:off x="5570146" y="2075770"/>
            <a:ext cx="6265965" cy="362630"/>
          </a:xfrm>
          <a:prstGeom prst="rect">
            <a:avLst/>
          </a:prstGeom>
          <a:solidFill>
            <a:schemeClr val="accent6">
              <a:alpha val="25098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488F4D-7548-2E16-B4A6-9221E62E3DBE}"/>
              </a:ext>
            </a:extLst>
          </p:cNvPr>
          <p:cNvSpPr/>
          <p:nvPr/>
        </p:nvSpPr>
        <p:spPr>
          <a:xfrm>
            <a:off x="5570146" y="2823482"/>
            <a:ext cx="6265965" cy="362630"/>
          </a:xfrm>
          <a:prstGeom prst="rect">
            <a:avLst/>
          </a:prstGeom>
          <a:solidFill>
            <a:schemeClr val="accent6">
              <a:alpha val="25098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666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1DA55-83FD-470F-A516-1F7F3CD05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Spurious Correlations in the News!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2A1BD-1782-D5DC-6F20-37DB66BFD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Tell us what you found!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61FDE1-FF51-9716-57CF-3F720D57EC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9642" y="2730500"/>
            <a:ext cx="571500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390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C8B2B-7B37-8B21-9919-3E3B79AA9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Organizing Ourselves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48FA2-14EB-0B0E-2CB5-42D5FBAC7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014" y="1512093"/>
            <a:ext cx="11527971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You’re in charge of R projects and organizing your lab materials now</a:t>
            </a:r>
          </a:p>
          <a:p>
            <a:pPr marL="0" indent="0" algn="ctr">
              <a:buNone/>
            </a:pPr>
            <a:r>
              <a:rPr lang="en-US" i="1" dirty="0"/>
              <a:t>Take some time to download/set up this week’s lab materials however you see fit (REMINDER: R Project instructions are on Brightspace)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GOAL: Future you should be grateful for past you</a:t>
            </a:r>
          </a:p>
          <a:p>
            <a:pPr lvl="1" algn="ctr"/>
            <a:endParaRPr lang="en-US" dirty="0"/>
          </a:p>
        </p:txBody>
      </p:sp>
      <p:pic>
        <p:nvPicPr>
          <p:cNvPr id="6" name="Picture 5" descr="Become a File Explorer Pro With These 5 Add-Ons and Utilities">
            <a:extLst>
              <a:ext uri="{FF2B5EF4-FFF2-40B4-BE49-F238E27FC236}">
                <a16:creationId xmlns:a16="http://schemas.microsoft.com/office/drawing/2014/main" id="{8A9F4C1B-0726-BD5F-06C8-29D622647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9756" y="4560658"/>
            <a:ext cx="2193474" cy="2193474"/>
          </a:xfrm>
          <a:prstGeom prst="rect">
            <a:avLst/>
          </a:prstGeom>
        </p:spPr>
      </p:pic>
      <p:pic>
        <p:nvPicPr>
          <p:cNvPr id="8" name="Picture 7" descr="The R Project for Statistical Computing – Data and Technology Section">
            <a:extLst>
              <a:ext uri="{FF2B5EF4-FFF2-40B4-BE49-F238E27FC236}">
                <a16:creationId xmlns:a16="http://schemas.microsoft.com/office/drawing/2014/main" id="{F67BCA54-BF78-52EF-8519-0F55912C0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3717" y="4689040"/>
            <a:ext cx="2193475" cy="1699943"/>
          </a:xfrm>
          <a:prstGeom prst="rect">
            <a:avLst/>
          </a:prstGeom>
        </p:spPr>
      </p:pic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FE2DE637-4E53-4100-0167-B6384FFC8520}"/>
              </a:ext>
            </a:extLst>
          </p:cNvPr>
          <p:cNvSpPr/>
          <p:nvPr/>
        </p:nvSpPr>
        <p:spPr>
          <a:xfrm>
            <a:off x="4931229" y="4938144"/>
            <a:ext cx="2090057" cy="1055915"/>
          </a:xfrm>
          <a:prstGeom prst="leftRightArrow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047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B8CD2-6489-69B7-14F4-DA1020957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data we’ll be looking at…</a:t>
            </a:r>
          </a:p>
        </p:txBody>
      </p:sp>
      <p:pic>
        <p:nvPicPr>
          <p:cNvPr id="5" name="Picture 4" descr="Iris Dataset Classification. Applying various classification… | by Akash  Khurana | Medium">
            <a:extLst>
              <a:ext uri="{FF2B5EF4-FFF2-40B4-BE49-F238E27FC236}">
                <a16:creationId xmlns:a16="http://schemas.microsoft.com/office/drawing/2014/main" id="{F1309E11-AFB2-4BD7-181A-C1A739663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164849"/>
            <a:ext cx="9144000" cy="3420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074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E86B3-8E4E-ED77-BE5B-63FB87391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06601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What type of plot do we typically use to display relationships between two continuous variables (i.e. correlations)?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CF196-89EE-A035-2934-1121F3638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51399"/>
            <a:ext cx="10515600" cy="1325563"/>
          </a:xfrm>
        </p:spPr>
        <p:txBody>
          <a:bodyPr/>
          <a:lstStyle/>
          <a:p>
            <a:r>
              <a:rPr lang="en-US" dirty="0">
                <a:hlinkClick r:id="rId2"/>
              </a:rPr>
              <a:t>The R Graph Gallery – Help and inspiration for R charts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199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1D3DA-027C-A265-C221-D9AC3350B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16360-B4AA-3542-A8A2-7FFBFCD81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Switch to ze code!</a:t>
            </a:r>
          </a:p>
        </p:txBody>
      </p:sp>
    </p:spTree>
    <p:extLst>
      <p:ext uri="{BB962C8B-B14F-4D97-AF65-F5344CB8AC3E}">
        <p14:creationId xmlns:p14="http://schemas.microsoft.com/office/powerpoint/2010/main" val="3346129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B7721-CE51-C01C-4C9B-D9C47835D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274B0-920D-A8F7-0144-1457396DF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794147-ABFD-F6CE-6C74-5DD95D881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620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5000-8765-617D-DA17-C1CC088E8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E3D40-01F5-8126-8A55-CC021A246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Data visualization tips for clear communication | </a:t>
            </a:r>
            <a:r>
              <a:rPr lang="en-US" dirty="0" err="1">
                <a:hlinkClick r:id="rId2"/>
              </a:rPr>
              <a:t>Geckoboard</a:t>
            </a:r>
            <a:endParaRPr lang="en-US" dirty="0"/>
          </a:p>
          <a:p>
            <a:r>
              <a:rPr lang="en-US" dirty="0">
                <a:hlinkClick r:id="rId3"/>
              </a:rPr>
              <a:t>The R Graph Gallery – Help and inspiration for R charts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997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785</TotalTime>
  <Words>147</Words>
  <Application>Microsoft Office PowerPoint</Application>
  <PresentationFormat>Widescreen</PresentationFormat>
  <Paragraphs>21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MES 503 Lab 3</vt:lpstr>
      <vt:lpstr>Announcements</vt:lpstr>
      <vt:lpstr>Spurious Correlations in the News!</vt:lpstr>
      <vt:lpstr>Organizing Ourselves</vt:lpstr>
      <vt:lpstr>The data we’ll be looking at…</vt:lpstr>
      <vt:lpstr>What type of plot do we typically use to display relationships between two continuous variables (i.e. correlations)?</vt:lpstr>
      <vt:lpstr>Switch to ze code!</vt:lpstr>
      <vt:lpstr>PowerPoint Presentation</vt:lpstr>
      <vt:lpstr>Additional 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Kayla Blincow</dc:creator>
  <cp:lastModifiedBy>Kayla Blincow</cp:lastModifiedBy>
  <cp:revision>3</cp:revision>
  <dcterms:created xsi:type="dcterms:W3CDTF">2026-01-08T19:59:11Z</dcterms:created>
  <dcterms:modified xsi:type="dcterms:W3CDTF">2026-09-01T16:47:47Z</dcterms:modified>
</cp:coreProperties>
</file>