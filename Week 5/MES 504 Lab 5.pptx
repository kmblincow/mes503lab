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84" r:id="rId3"/>
    <p:sldId id="430" r:id="rId4"/>
    <p:sldId id="417" r:id="rId5"/>
    <p:sldId id="429" r:id="rId6"/>
    <p:sldId id="285" r:id="rId7"/>
    <p:sldId id="431" r:id="rId8"/>
    <p:sldId id="43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66289-95A8-424A-AFD9-40E5D595E75F}" v="4" dt="2026-09-15T22:02:34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3447" autoAdjust="0"/>
  </p:normalViewPr>
  <p:slideViewPr>
    <p:cSldViewPr snapToGrid="0">
      <p:cViewPr varScale="1">
        <p:scale>
          <a:sx n="79" d="100"/>
          <a:sy n="79" d="100"/>
        </p:scale>
        <p:origin x="108" y="2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Blincow" userId="ac6229071bdafc06" providerId="LiveId" clId="{9CE18A4C-68C3-4E97-A0CD-BEA78CB9776D}"/>
    <pc:docChg chg="undo custSel addSld delSld modSld">
      <pc:chgData name="Kayla Blincow" userId="ac6229071bdafc06" providerId="LiveId" clId="{9CE18A4C-68C3-4E97-A0CD-BEA78CB9776D}" dt="2026-09-15T22:04:35.647" v="1533" actId="20577"/>
      <pc:docMkLst>
        <pc:docMk/>
      </pc:docMkLst>
      <pc:sldChg chg="modSp mod">
        <pc:chgData name="Kayla Blincow" userId="ac6229071bdafc06" providerId="LiveId" clId="{9CE18A4C-68C3-4E97-A0CD-BEA78CB9776D}" dt="2026-09-15T17:17:58.955" v="829" actId="20577"/>
        <pc:sldMkLst>
          <pc:docMk/>
          <pc:sldMk cId="2948685846" sldId="256"/>
        </pc:sldMkLst>
        <pc:spChg chg="mod">
          <ac:chgData name="Kayla Blincow" userId="ac6229071bdafc06" providerId="LiveId" clId="{9CE18A4C-68C3-4E97-A0CD-BEA78CB9776D}" dt="2026-09-15T17:17:58.955" v="829" actId="20577"/>
          <ac:spMkLst>
            <pc:docMk/>
            <pc:sldMk cId="2948685846" sldId="256"/>
            <ac:spMk id="2" creationId="{D24B8A19-FA22-C682-4310-EEAA4459904E}"/>
          </ac:spMkLst>
        </pc:spChg>
      </pc:sldChg>
      <pc:sldChg chg="addSp delSp modSp mod">
        <pc:chgData name="Kayla Blincow" userId="ac6229071bdafc06" providerId="LiveId" clId="{9CE18A4C-68C3-4E97-A0CD-BEA78CB9776D}" dt="2026-09-15T17:19:21.386" v="1061" actId="5793"/>
        <pc:sldMkLst>
          <pc:docMk/>
          <pc:sldMk cId="949666939" sldId="284"/>
        </pc:sldMkLst>
        <pc:spChg chg="mod">
          <ac:chgData name="Kayla Blincow" userId="ac6229071bdafc06" providerId="LiveId" clId="{9CE18A4C-68C3-4E97-A0CD-BEA78CB9776D}" dt="2026-09-15T17:19:21.386" v="1061" actId="5793"/>
          <ac:spMkLst>
            <pc:docMk/>
            <pc:sldMk cId="949666939" sldId="284"/>
            <ac:spMk id="3" creationId="{5EC916F8-2617-0B7F-D699-7AE508E9AD38}"/>
          </ac:spMkLst>
        </pc:spChg>
        <pc:spChg chg="add del mod">
          <ac:chgData name="Kayla Blincow" userId="ac6229071bdafc06" providerId="LiveId" clId="{9CE18A4C-68C3-4E97-A0CD-BEA78CB9776D}" dt="2026-09-15T17:18:20.830" v="872" actId="478"/>
          <ac:spMkLst>
            <pc:docMk/>
            <pc:sldMk cId="949666939" sldId="284"/>
            <ac:spMk id="6" creationId="{4E097512-ED74-4932-CAD5-78899AF24ED8}"/>
          </ac:spMkLst>
        </pc:spChg>
        <pc:spChg chg="add del mod">
          <ac:chgData name="Kayla Blincow" userId="ac6229071bdafc06" providerId="LiveId" clId="{9CE18A4C-68C3-4E97-A0CD-BEA78CB9776D}" dt="2026-09-15T17:18:19.142" v="871" actId="478"/>
          <ac:spMkLst>
            <pc:docMk/>
            <pc:sldMk cId="949666939" sldId="284"/>
            <ac:spMk id="8" creationId="{FF488F4D-7548-2E16-B4A6-9221E62E3DBE}"/>
          </ac:spMkLst>
        </pc:spChg>
        <pc:picChg chg="add mod">
          <ac:chgData name="Kayla Blincow" userId="ac6229071bdafc06" providerId="LiveId" clId="{9CE18A4C-68C3-4E97-A0CD-BEA78CB9776D}" dt="2026-09-01T16:41:16.755" v="824" actId="1076"/>
          <ac:picMkLst>
            <pc:docMk/>
            <pc:sldMk cId="949666939" sldId="284"/>
            <ac:picMk id="5" creationId="{6665DA08-0A89-1243-C600-2D30A830B216}"/>
          </ac:picMkLst>
        </pc:picChg>
      </pc:sldChg>
      <pc:sldChg chg="addSp modSp new mod">
        <pc:chgData name="Kayla Blincow" userId="ac6229071bdafc06" providerId="LiveId" clId="{9CE18A4C-68C3-4E97-A0CD-BEA78CB9776D}" dt="2026-09-15T22:04:17.852" v="1514" actId="1076"/>
        <pc:sldMkLst>
          <pc:docMk/>
          <pc:sldMk cId="835981373" sldId="285"/>
        </pc:sldMkLst>
        <pc:spChg chg="mod">
          <ac:chgData name="Kayla Blincow" userId="ac6229071bdafc06" providerId="LiveId" clId="{9CE18A4C-68C3-4E97-A0CD-BEA78CB9776D}" dt="2026-09-15T22:00:37.747" v="1262" actId="5793"/>
          <ac:spMkLst>
            <pc:docMk/>
            <pc:sldMk cId="835981373" sldId="285"/>
            <ac:spMk id="2" creationId="{56A3B0A7-6691-BCCB-F83F-2B2037427711}"/>
          </ac:spMkLst>
        </pc:spChg>
        <pc:spChg chg="mod">
          <ac:chgData name="Kayla Blincow" userId="ac6229071bdafc06" providerId="LiveId" clId="{9CE18A4C-68C3-4E97-A0CD-BEA78CB9776D}" dt="2026-09-15T22:04:17.852" v="1514" actId="1076"/>
          <ac:spMkLst>
            <pc:docMk/>
            <pc:sldMk cId="835981373" sldId="285"/>
            <ac:spMk id="3" creationId="{2ACDBF29-0739-CDBE-0362-1426F8EB880A}"/>
          </ac:spMkLst>
        </pc:spChg>
        <pc:picChg chg="add mod">
          <ac:chgData name="Kayla Blincow" userId="ac6229071bdafc06" providerId="LiveId" clId="{9CE18A4C-68C3-4E97-A0CD-BEA78CB9776D}" dt="2026-09-15T22:02:21.449" v="1338" actId="1076"/>
          <ac:picMkLst>
            <pc:docMk/>
            <pc:sldMk cId="835981373" sldId="285"/>
            <ac:picMk id="5" creationId="{EB5EC905-8CD7-37DA-DD1D-DE271B354D05}"/>
          </ac:picMkLst>
        </pc:picChg>
      </pc:sldChg>
      <pc:sldChg chg="addSp delSp modSp del mod">
        <pc:chgData name="Kayla Blincow" userId="ac6229071bdafc06" providerId="LiveId" clId="{9CE18A4C-68C3-4E97-A0CD-BEA78CB9776D}" dt="2026-09-15T17:18:41.784" v="921" actId="47"/>
        <pc:sldMkLst>
          <pc:docMk/>
          <pc:sldMk cId="1878047201" sldId="285"/>
        </pc:sldMkLst>
      </pc:sldChg>
      <pc:sldChg chg="del">
        <pc:chgData name="Kayla Blincow" userId="ac6229071bdafc06" providerId="LiveId" clId="{9CE18A4C-68C3-4E97-A0CD-BEA78CB9776D}" dt="2026-09-15T17:18:47.862" v="926" actId="47"/>
        <pc:sldMkLst>
          <pc:docMk/>
          <pc:sldMk cId="4043997783" sldId="296"/>
        </pc:sldMkLst>
      </pc:sldChg>
      <pc:sldChg chg="addSp delSp modSp del mod">
        <pc:chgData name="Kayla Blincow" userId="ac6229071bdafc06" providerId="LiveId" clId="{9CE18A4C-68C3-4E97-A0CD-BEA78CB9776D}" dt="2026-09-15T17:18:43.199" v="922" actId="47"/>
        <pc:sldMkLst>
          <pc:docMk/>
          <pc:sldMk cId="3657074532" sldId="297"/>
        </pc:sldMkLst>
      </pc:sldChg>
      <pc:sldChg chg="del">
        <pc:chgData name="Kayla Blincow" userId="ac6229071bdafc06" providerId="LiveId" clId="{9CE18A4C-68C3-4E97-A0CD-BEA78CB9776D}" dt="2026-09-15T17:18:45.476" v="924" actId="47"/>
        <pc:sldMkLst>
          <pc:docMk/>
          <pc:sldMk cId="3346129445" sldId="402"/>
        </pc:sldMkLst>
      </pc:sldChg>
      <pc:sldChg chg="addSp modSp new del mod">
        <pc:chgData name="Kayla Blincow" userId="ac6229071bdafc06" providerId="LiveId" clId="{9CE18A4C-68C3-4E97-A0CD-BEA78CB9776D}" dt="2026-09-15T17:18:39.559" v="920" actId="47"/>
        <pc:sldMkLst>
          <pc:docMk/>
          <pc:sldMk cId="2333390065" sldId="403"/>
        </pc:sldMkLst>
      </pc:sldChg>
      <pc:sldChg chg="modSp new del mod">
        <pc:chgData name="Kayla Blincow" userId="ac6229071bdafc06" providerId="LiveId" clId="{9CE18A4C-68C3-4E97-A0CD-BEA78CB9776D}" dt="2026-09-15T17:18:44.176" v="923" actId="47"/>
        <pc:sldMkLst>
          <pc:docMk/>
          <pc:sldMk cId="3726199587" sldId="404"/>
        </pc:sldMkLst>
      </pc:sldChg>
      <pc:sldChg chg="addSp new del mod">
        <pc:chgData name="Kayla Blincow" userId="ac6229071bdafc06" providerId="LiveId" clId="{9CE18A4C-68C3-4E97-A0CD-BEA78CB9776D}" dt="2026-09-15T17:18:46.389" v="925" actId="47"/>
        <pc:sldMkLst>
          <pc:docMk/>
          <pc:sldMk cId="2505620450" sldId="405"/>
        </pc:sldMkLst>
      </pc:sldChg>
      <pc:sldChg chg="add">
        <pc:chgData name="Kayla Blincow" userId="ac6229071bdafc06" providerId="LiveId" clId="{9CE18A4C-68C3-4E97-A0CD-BEA78CB9776D}" dt="2026-09-15T21:59:11.833" v="1063"/>
        <pc:sldMkLst>
          <pc:docMk/>
          <pc:sldMk cId="1239777188" sldId="417"/>
        </pc:sldMkLst>
      </pc:sldChg>
      <pc:sldChg chg="add">
        <pc:chgData name="Kayla Blincow" userId="ac6229071bdafc06" providerId="LiveId" clId="{9CE18A4C-68C3-4E97-A0CD-BEA78CB9776D}" dt="2026-09-15T21:36:12.856" v="1062"/>
        <pc:sldMkLst>
          <pc:docMk/>
          <pc:sldMk cId="3932291470" sldId="429"/>
        </pc:sldMkLst>
      </pc:sldChg>
      <pc:sldChg chg="modSp new mod">
        <pc:chgData name="Kayla Blincow" userId="ac6229071bdafc06" providerId="LiveId" clId="{9CE18A4C-68C3-4E97-A0CD-BEA78CB9776D}" dt="2026-09-15T22:00:14.534" v="1232" actId="20577"/>
        <pc:sldMkLst>
          <pc:docMk/>
          <pc:sldMk cId="2861154553" sldId="430"/>
        </pc:sldMkLst>
        <pc:spChg chg="mod">
          <ac:chgData name="Kayla Blincow" userId="ac6229071bdafc06" providerId="LiveId" clId="{9CE18A4C-68C3-4E97-A0CD-BEA78CB9776D}" dt="2026-09-15T21:59:49.254" v="1083" actId="122"/>
          <ac:spMkLst>
            <pc:docMk/>
            <pc:sldMk cId="2861154553" sldId="430"/>
            <ac:spMk id="2" creationId="{970405DF-EFED-E041-63B1-0CE1939D2F24}"/>
          </ac:spMkLst>
        </pc:spChg>
        <pc:spChg chg="mod">
          <ac:chgData name="Kayla Blincow" userId="ac6229071bdafc06" providerId="LiveId" clId="{9CE18A4C-68C3-4E97-A0CD-BEA78CB9776D}" dt="2026-09-15T22:00:14.534" v="1232" actId="20577"/>
          <ac:spMkLst>
            <pc:docMk/>
            <pc:sldMk cId="2861154553" sldId="430"/>
            <ac:spMk id="3" creationId="{064F4422-7121-AACF-BC31-ADB4928D5C2F}"/>
          </ac:spMkLst>
        </pc:spChg>
      </pc:sldChg>
      <pc:sldChg chg="addSp delSp modSp new mod">
        <pc:chgData name="Kayla Blincow" userId="ac6229071bdafc06" providerId="LiveId" clId="{9CE18A4C-68C3-4E97-A0CD-BEA78CB9776D}" dt="2026-09-15T22:03:46.300" v="1508" actId="1076"/>
        <pc:sldMkLst>
          <pc:docMk/>
          <pc:sldMk cId="4127247920" sldId="431"/>
        </pc:sldMkLst>
        <pc:spChg chg="mod">
          <ac:chgData name="Kayla Blincow" userId="ac6229071bdafc06" providerId="LiveId" clId="{9CE18A4C-68C3-4E97-A0CD-BEA78CB9776D}" dt="2026-09-15T22:03:40.569" v="1507" actId="27636"/>
          <ac:spMkLst>
            <pc:docMk/>
            <pc:sldMk cId="4127247920" sldId="431"/>
            <ac:spMk id="3" creationId="{5CCFC5CB-AF82-9ECC-E1B5-7ED759D580BD}"/>
          </ac:spMkLst>
        </pc:spChg>
        <pc:picChg chg="add del">
          <ac:chgData name="Kayla Blincow" userId="ac6229071bdafc06" providerId="LiveId" clId="{9CE18A4C-68C3-4E97-A0CD-BEA78CB9776D}" dt="2026-09-15T22:02:34.231" v="1341" actId="478"/>
          <ac:picMkLst>
            <pc:docMk/>
            <pc:sldMk cId="4127247920" sldId="431"/>
            <ac:picMk id="5" creationId="{0430AB8F-2137-079B-1D24-FF6323236176}"/>
          </ac:picMkLst>
        </pc:picChg>
        <pc:picChg chg="add mod">
          <ac:chgData name="Kayla Blincow" userId="ac6229071bdafc06" providerId="LiveId" clId="{9CE18A4C-68C3-4E97-A0CD-BEA78CB9776D}" dt="2026-09-15T22:03:46.300" v="1508" actId="1076"/>
          <ac:picMkLst>
            <pc:docMk/>
            <pc:sldMk cId="4127247920" sldId="431"/>
            <ac:picMk id="7" creationId="{67C7A293-A83E-E90D-0C86-CA9A501D1621}"/>
          </ac:picMkLst>
        </pc:picChg>
      </pc:sldChg>
      <pc:sldChg chg="modSp new mod">
        <pc:chgData name="Kayla Blincow" userId="ac6229071bdafc06" providerId="LiveId" clId="{9CE18A4C-68C3-4E97-A0CD-BEA78CB9776D}" dt="2026-09-15T22:04:35.647" v="1533" actId="20577"/>
        <pc:sldMkLst>
          <pc:docMk/>
          <pc:sldMk cId="1034844089" sldId="432"/>
        </pc:sldMkLst>
        <pc:spChg chg="mod">
          <ac:chgData name="Kayla Blincow" userId="ac6229071bdafc06" providerId="LiveId" clId="{9CE18A4C-68C3-4E97-A0CD-BEA78CB9776D}" dt="2026-09-15T22:04:35.647" v="1533" actId="20577"/>
          <ac:spMkLst>
            <pc:docMk/>
            <pc:sldMk cId="1034844089" sldId="432"/>
            <ac:spMk id="2" creationId="{83DFDFCD-7702-5991-4442-3FD9F8CEEB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AC65F-9207-41AE-8C53-46E5EA7B4DD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2F4B8-4792-4BBE-9010-0D4D9882B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2F4B8-4792-4BBE-9010-0D4D9882B9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4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8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9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8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0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7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A2DA7E-11E7-48AB-82F5-7068197A42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44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A19-FA22-C682-4310-EEAA44599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630" y="1600200"/>
            <a:ext cx="5855368" cy="1801311"/>
          </a:xfrm>
        </p:spPr>
        <p:txBody>
          <a:bodyPr/>
          <a:lstStyle/>
          <a:p>
            <a:r>
              <a:rPr lang="en-US" dirty="0"/>
              <a:t>MES 503 Lab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B767E-3D5A-B7E7-2441-4EBD66E2A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0" y="3602038"/>
            <a:ext cx="5855369" cy="1655762"/>
          </a:xfrm>
        </p:spPr>
        <p:txBody>
          <a:bodyPr/>
          <a:lstStyle/>
          <a:p>
            <a:r>
              <a:rPr lang="en-US" dirty="0"/>
              <a:t>Kayla Blincow, PhD</a:t>
            </a:r>
          </a:p>
        </p:txBody>
      </p:sp>
      <p:pic>
        <p:nvPicPr>
          <p:cNvPr id="4" name="Picture 2" descr="R Memes for Statistical Fiends on Twitter: &quot;More R memes created directly  in R with @thosjleeper package &quot;memes&quot; https://t.co/R6MNt7sSzV #rstats… &quot;">
            <a:extLst>
              <a:ext uri="{FF2B5EF4-FFF2-40B4-BE49-F238E27FC236}">
                <a16:creationId xmlns:a16="http://schemas.microsoft.com/office/drawing/2014/main" id="{4E2F905E-C631-73E1-AB39-F358E6C87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43" y="1250651"/>
            <a:ext cx="3449053" cy="435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685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9A48-B850-58D5-1576-8EEEB414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16F8-2617-0B7F-D699-7AE508E9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r>
              <a:rPr lang="en-US" dirty="0"/>
              <a:t>Lab assignment 2 posted on Brightspace</a:t>
            </a:r>
          </a:p>
          <a:p>
            <a:pPr lvl="1"/>
            <a:r>
              <a:rPr lang="en-US" dirty="0"/>
              <a:t>Due next Wednesday</a:t>
            </a:r>
          </a:p>
          <a:p>
            <a:r>
              <a:rPr lang="en-US" dirty="0"/>
              <a:t>Quiz 2 next Monday</a:t>
            </a:r>
          </a:p>
          <a:p>
            <a:r>
              <a:rPr lang="en-US" dirty="0"/>
              <a:t>Share papers with me please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5DA08-0A89-1243-C600-2D30A830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632" y="253837"/>
            <a:ext cx="6407479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05DF-EFED-E041-63B1-0CE1939D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t-tests!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F4422-7121-AACF-BC31-ADB4928D5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do we use them?</a:t>
            </a:r>
          </a:p>
          <a:p>
            <a:r>
              <a:rPr lang="en-US" dirty="0"/>
              <a:t>What type of data is our explanatory variable?</a:t>
            </a:r>
          </a:p>
          <a:p>
            <a:r>
              <a:rPr lang="en-US" dirty="0"/>
              <a:t>What type of data is our response variable?</a:t>
            </a:r>
          </a:p>
        </p:txBody>
      </p:sp>
    </p:spTree>
    <p:extLst>
      <p:ext uri="{BB962C8B-B14F-4D97-AF65-F5344CB8AC3E}">
        <p14:creationId xmlns:p14="http://schemas.microsoft.com/office/powerpoint/2010/main" val="286115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AE20-7274-79E4-6BAA-C2BD73ED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133B-C45E-B1F4-7F70-B18E98774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549"/>
          </a:xfrm>
        </p:spPr>
        <p:txBody>
          <a:bodyPr>
            <a:normAutofit/>
          </a:bodyPr>
          <a:lstStyle/>
          <a:p>
            <a:r>
              <a:rPr lang="en-US" dirty="0"/>
              <a:t>Used to test for </a:t>
            </a:r>
            <a:r>
              <a:rPr lang="en-US" b="1" dirty="0"/>
              <a:t>differences between two means</a:t>
            </a:r>
          </a:p>
          <a:p>
            <a:r>
              <a:rPr lang="en-US" dirty="0"/>
              <a:t>Different types:</a:t>
            </a:r>
          </a:p>
          <a:p>
            <a:pPr lvl="1"/>
            <a:r>
              <a:rPr lang="en-US" dirty="0"/>
              <a:t>One sample</a:t>
            </a:r>
          </a:p>
          <a:p>
            <a:pPr lvl="1"/>
            <a:r>
              <a:rPr lang="en-US" dirty="0"/>
              <a:t>Two sample</a:t>
            </a:r>
          </a:p>
          <a:p>
            <a:pPr lvl="1"/>
            <a:r>
              <a:rPr lang="en-US" dirty="0"/>
              <a:t>One-tailed</a:t>
            </a:r>
          </a:p>
          <a:p>
            <a:pPr lvl="1"/>
            <a:r>
              <a:rPr lang="en-US" dirty="0"/>
              <a:t>Two-tailed</a:t>
            </a:r>
          </a:p>
          <a:p>
            <a:r>
              <a:rPr lang="en-US" dirty="0"/>
              <a:t>Type depends on your question and hypothesis</a:t>
            </a:r>
          </a:p>
          <a:p>
            <a:r>
              <a:rPr lang="en-US" dirty="0"/>
              <a:t>Null distribution – Student’s t distribution</a:t>
            </a:r>
          </a:p>
          <a:p>
            <a:r>
              <a:rPr lang="en-US" dirty="0"/>
              <a:t>Test statistic – t test statistic (what you’re calculating to compare against the distribution)</a:t>
            </a:r>
          </a:p>
          <a:p>
            <a:endParaRPr lang="en-US" dirty="0"/>
          </a:p>
        </p:txBody>
      </p:sp>
      <p:pic>
        <p:nvPicPr>
          <p:cNvPr id="4" name="Picture 3" descr="Oh, you like to use big words? you must be so smart - Condescending Wonka -  quickmeme">
            <a:extLst>
              <a:ext uri="{FF2B5EF4-FFF2-40B4-BE49-F238E27FC236}">
                <a16:creationId xmlns:a16="http://schemas.microsoft.com/office/drawing/2014/main" id="{D25BED41-4CB5-3BF7-2266-F680D207E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593" y="0"/>
            <a:ext cx="1830407" cy="183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77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AE20-7274-79E4-6BAA-C2BD73ED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133B-C45E-B1F4-7F70-B18E98774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549"/>
          </a:xfrm>
        </p:spPr>
        <p:txBody>
          <a:bodyPr>
            <a:normAutofit/>
          </a:bodyPr>
          <a:lstStyle/>
          <a:p>
            <a:r>
              <a:rPr lang="en-US" dirty="0"/>
              <a:t>Your sample means are normally distributed</a:t>
            </a:r>
          </a:p>
          <a:p>
            <a:r>
              <a:rPr lang="en-US" dirty="0"/>
              <a:t>Depending on type:</a:t>
            </a:r>
          </a:p>
          <a:p>
            <a:pPr lvl="1"/>
            <a:r>
              <a:rPr lang="en-US" dirty="0"/>
              <a:t>Assumption of equal variance between sampled populations (exception two sample t-test for unequal variance)</a:t>
            </a:r>
          </a:p>
          <a:p>
            <a:pPr lvl="1"/>
            <a:r>
              <a:rPr lang="en-US" dirty="0"/>
              <a:t>Assumption of independence between sampled groups (exception paired t-tests)</a:t>
            </a:r>
          </a:p>
          <a:p>
            <a:pPr lvl="1"/>
            <a:endParaRPr lang="en-US" dirty="0"/>
          </a:p>
          <a:p>
            <a:r>
              <a:rPr lang="en-US" dirty="0"/>
              <a:t>t tests are generally robust to violations of assumptions</a:t>
            </a:r>
          </a:p>
        </p:txBody>
      </p:sp>
      <p:pic>
        <p:nvPicPr>
          <p:cNvPr id="4" name="Picture 3" descr="Oh, you like to use big words? you must be so smart - Condescending Wonka -  quickmeme">
            <a:extLst>
              <a:ext uri="{FF2B5EF4-FFF2-40B4-BE49-F238E27FC236}">
                <a16:creationId xmlns:a16="http://schemas.microsoft.com/office/drawing/2014/main" id="{D25BED41-4CB5-3BF7-2266-F680D207E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593" y="0"/>
            <a:ext cx="1830407" cy="183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29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B0A7-6691-BCCB-F83F-2B203742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quest…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BF29-0739-CDBE-0362-1426F8EB8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18" y="2930487"/>
            <a:ext cx="5088875" cy="313630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BAR PLOTS ARE NOT MEANT FOR DISPLAYING CONTINUOUS DATA OR MEANS.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B5EC905-8CD7-37DA-DD1D-DE271B354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57" y="730250"/>
            <a:ext cx="4762500" cy="576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98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17A3-C18C-23C3-BFF0-FE2F0D74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C5CB-AF82-9ECC-E1B5-7ED759D58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03391"/>
            <a:ext cx="10515600" cy="8046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Weissberger et al. (2019) </a:t>
            </a:r>
          </a:p>
          <a:p>
            <a:pPr marL="0" indent="0">
              <a:buNone/>
            </a:pPr>
            <a:r>
              <a:rPr lang="en-US" dirty="0"/>
              <a:t>We will discuss lots more later when we talk about data sheet and figure design.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C7A293-A83E-E90D-0C86-CA9A501D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32" y="249936"/>
            <a:ext cx="10825935" cy="523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4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DFCD-7702-5991-4442-3FD9F8CE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ze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84F97-1053-EF61-7EFF-6DB517AD4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44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1071</TotalTime>
  <Words>193</Words>
  <Application>Microsoft Office PowerPoint</Application>
  <PresentationFormat>Widescreen</PresentationFormat>
  <Paragraphs>34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MES 503 Lab 5</vt:lpstr>
      <vt:lpstr>Announcements</vt:lpstr>
      <vt:lpstr>t-tests!</vt:lpstr>
      <vt:lpstr>t-Test</vt:lpstr>
      <vt:lpstr>t-Test Assumptions</vt:lpstr>
      <vt:lpstr>Side quest…</vt:lpstr>
      <vt:lpstr>PowerPoint Presentation</vt:lpstr>
      <vt:lpstr>Switch to ze code!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Blincow</dc:creator>
  <cp:lastModifiedBy>Kayla Blincow</cp:lastModifiedBy>
  <cp:revision>3</cp:revision>
  <dcterms:created xsi:type="dcterms:W3CDTF">2026-01-08T19:59:11Z</dcterms:created>
  <dcterms:modified xsi:type="dcterms:W3CDTF">2026-09-15T22:04:38Z</dcterms:modified>
</cp:coreProperties>
</file>