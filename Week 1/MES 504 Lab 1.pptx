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6" r:id="rId2"/>
    <p:sldId id="264" r:id="rId3"/>
    <p:sldId id="263" r:id="rId4"/>
    <p:sldId id="257" r:id="rId5"/>
    <p:sldId id="283" r:id="rId6"/>
    <p:sldId id="281" r:id="rId7"/>
    <p:sldId id="282" r:id="rId8"/>
    <p:sldId id="267"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58D8DF-8B66-4B2B-BA5B-08A43FEDADE5}" v="2" dt="2026-08-18T14:37:51.1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77350" autoAdjust="0"/>
  </p:normalViewPr>
  <p:slideViewPr>
    <p:cSldViewPr snapToGrid="0">
      <p:cViewPr varScale="1">
        <p:scale>
          <a:sx n="49" d="100"/>
          <a:sy n="49" d="100"/>
        </p:scale>
        <p:origin x="1336"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yla Blincow" userId="ac6229071bdafc06" providerId="LiveId" clId="{9CE18A4C-68C3-4E97-A0CD-BEA78CB9776D}"/>
    <pc:docChg chg="undo custSel addSld delSld modSld sldOrd">
      <pc:chgData name="Kayla Blincow" userId="ac6229071bdafc06" providerId="LiveId" clId="{9CE18A4C-68C3-4E97-A0CD-BEA78CB9776D}" dt="2026-08-18T15:03:57.033" v="3211" actId="1076"/>
      <pc:docMkLst>
        <pc:docMk/>
      </pc:docMkLst>
      <pc:sldChg chg="modSp mod">
        <pc:chgData name="Kayla Blincow" userId="ac6229071bdafc06" providerId="LiveId" clId="{9CE18A4C-68C3-4E97-A0CD-BEA78CB9776D}" dt="2026-08-18T14:29:22.463" v="3000" actId="20577"/>
        <pc:sldMkLst>
          <pc:docMk/>
          <pc:sldMk cId="2948685846" sldId="256"/>
        </pc:sldMkLst>
        <pc:spChg chg="mod">
          <ac:chgData name="Kayla Blincow" userId="ac6229071bdafc06" providerId="LiveId" clId="{9CE18A4C-68C3-4E97-A0CD-BEA78CB9776D}" dt="2026-08-18T14:29:22.463" v="3000" actId="20577"/>
          <ac:spMkLst>
            <pc:docMk/>
            <pc:sldMk cId="2948685846" sldId="256"/>
            <ac:spMk id="2" creationId="{D24B8A19-FA22-C682-4310-EEAA4459904E}"/>
          </ac:spMkLst>
        </pc:spChg>
      </pc:sldChg>
      <pc:sldChg chg="addSp delSp modSp mod setBg modNotesTx">
        <pc:chgData name="Kayla Blincow" userId="ac6229071bdafc06" providerId="LiveId" clId="{9CE18A4C-68C3-4E97-A0CD-BEA78CB9776D}" dt="2026-08-18T14:29:41.490" v="3013" actId="20577"/>
        <pc:sldMkLst>
          <pc:docMk/>
          <pc:sldMk cId="1667211957" sldId="257"/>
        </pc:sldMkLst>
        <pc:spChg chg="mod">
          <ac:chgData name="Kayla Blincow" userId="ac6229071bdafc06" providerId="LiveId" clId="{9CE18A4C-68C3-4E97-A0CD-BEA78CB9776D}" dt="2026-08-18T14:29:30.730" v="3008" actId="20577"/>
          <ac:spMkLst>
            <pc:docMk/>
            <pc:sldMk cId="1667211957" sldId="257"/>
            <ac:spMk id="2" creationId="{938A8C7A-4171-EC51-4C38-92A4A2C69973}"/>
          </ac:spMkLst>
        </pc:spChg>
        <pc:spChg chg="mod">
          <ac:chgData name="Kayla Blincow" userId="ac6229071bdafc06" providerId="LiveId" clId="{9CE18A4C-68C3-4E97-A0CD-BEA78CB9776D}" dt="2026-08-18T14:29:41.490" v="3013" actId="20577"/>
          <ac:spMkLst>
            <pc:docMk/>
            <pc:sldMk cId="1667211957" sldId="257"/>
            <ac:spMk id="3" creationId="{C0E6885D-3C72-27E9-1A10-7C9447AFD4EF}"/>
          </ac:spMkLst>
        </pc:spChg>
      </pc:sldChg>
      <pc:sldChg chg="del">
        <pc:chgData name="Kayla Blincow" userId="ac6229071bdafc06" providerId="LiveId" clId="{9CE18A4C-68C3-4E97-A0CD-BEA78CB9776D}" dt="2026-08-18T14:31:50.932" v="3019" actId="47"/>
        <pc:sldMkLst>
          <pc:docMk/>
          <pc:sldMk cId="651426121" sldId="258"/>
        </pc:sldMkLst>
      </pc:sldChg>
      <pc:sldChg chg="del">
        <pc:chgData name="Kayla Blincow" userId="ac6229071bdafc06" providerId="LiveId" clId="{9CE18A4C-68C3-4E97-A0CD-BEA78CB9776D}" dt="2026-08-18T14:31:14.002" v="3016" actId="47"/>
        <pc:sldMkLst>
          <pc:docMk/>
          <pc:sldMk cId="1642715964" sldId="259"/>
        </pc:sldMkLst>
      </pc:sldChg>
      <pc:sldChg chg="del">
        <pc:chgData name="Kayla Blincow" userId="ac6229071bdafc06" providerId="LiveId" clId="{9CE18A4C-68C3-4E97-A0CD-BEA78CB9776D}" dt="2026-08-18T14:31:37.458" v="3017" actId="47"/>
        <pc:sldMkLst>
          <pc:docMk/>
          <pc:sldMk cId="3134729446" sldId="262"/>
        </pc:sldMkLst>
      </pc:sldChg>
      <pc:sldChg chg="del">
        <pc:chgData name="Kayla Blincow" userId="ac6229071bdafc06" providerId="LiveId" clId="{9CE18A4C-68C3-4E97-A0CD-BEA78CB9776D}" dt="2026-08-18T14:31:40.335" v="3018" actId="47"/>
        <pc:sldMkLst>
          <pc:docMk/>
          <pc:sldMk cId="2908154338" sldId="265"/>
        </pc:sldMkLst>
      </pc:sldChg>
      <pc:sldChg chg="del">
        <pc:chgData name="Kayla Blincow" userId="ac6229071bdafc06" providerId="LiveId" clId="{9CE18A4C-68C3-4E97-A0CD-BEA78CB9776D}" dt="2026-08-18T14:31:37.458" v="3017" actId="47"/>
        <pc:sldMkLst>
          <pc:docMk/>
          <pc:sldMk cId="3511163552" sldId="266"/>
        </pc:sldMkLst>
      </pc:sldChg>
      <pc:sldChg chg="modSp mod">
        <pc:chgData name="Kayla Blincow" userId="ac6229071bdafc06" providerId="LiveId" clId="{9CE18A4C-68C3-4E97-A0CD-BEA78CB9776D}" dt="2026-08-18T14:32:45.424" v="3152" actId="20577"/>
        <pc:sldMkLst>
          <pc:docMk/>
          <pc:sldMk cId="1810375483" sldId="267"/>
        </pc:sldMkLst>
        <pc:spChg chg="mod">
          <ac:chgData name="Kayla Blincow" userId="ac6229071bdafc06" providerId="LiveId" clId="{9CE18A4C-68C3-4E97-A0CD-BEA78CB9776D}" dt="2026-08-18T14:32:45.424" v="3152" actId="20577"/>
          <ac:spMkLst>
            <pc:docMk/>
            <pc:sldMk cId="1810375483" sldId="267"/>
            <ac:spMk id="2" creationId="{44546FDB-71FA-1D47-C7A3-DD1DA6755D3F}"/>
          </ac:spMkLst>
        </pc:spChg>
      </pc:sldChg>
      <pc:sldChg chg="del">
        <pc:chgData name="Kayla Blincow" userId="ac6229071bdafc06" providerId="LiveId" clId="{9CE18A4C-68C3-4E97-A0CD-BEA78CB9776D}" dt="2026-08-18T14:31:37.458" v="3017" actId="47"/>
        <pc:sldMkLst>
          <pc:docMk/>
          <pc:sldMk cId="125305709" sldId="268"/>
        </pc:sldMkLst>
      </pc:sldChg>
      <pc:sldChg chg="new del">
        <pc:chgData name="Kayla Blincow" userId="ac6229071bdafc06" providerId="LiveId" clId="{9CE18A4C-68C3-4E97-A0CD-BEA78CB9776D}" dt="2026-08-18T14:30:56.757" v="3015" actId="47"/>
        <pc:sldMkLst>
          <pc:docMk/>
          <pc:sldMk cId="2472486146" sldId="269"/>
        </pc:sldMkLst>
      </pc:sldChg>
      <pc:sldChg chg="add ord">
        <pc:chgData name="Kayla Blincow" userId="ac6229071bdafc06" providerId="LiveId" clId="{9CE18A4C-68C3-4E97-A0CD-BEA78CB9776D}" dt="2026-08-18T15:03:39.029" v="3164"/>
        <pc:sldMkLst>
          <pc:docMk/>
          <pc:sldMk cId="1726586824" sldId="281"/>
        </pc:sldMkLst>
      </pc:sldChg>
      <pc:sldChg chg="addSp delSp modSp new mod ord">
        <pc:chgData name="Kayla Blincow" userId="ac6229071bdafc06" providerId="LiveId" clId="{9CE18A4C-68C3-4E97-A0CD-BEA78CB9776D}" dt="2026-08-18T15:03:39.029" v="3164"/>
        <pc:sldMkLst>
          <pc:docMk/>
          <pc:sldMk cId="937312129" sldId="282"/>
        </pc:sldMkLst>
        <pc:spChg chg="del">
          <ac:chgData name="Kayla Blincow" userId="ac6229071bdafc06" providerId="LiveId" clId="{9CE18A4C-68C3-4E97-A0CD-BEA78CB9776D}" dt="2026-08-18T14:40:08.980" v="3161" actId="478"/>
          <ac:spMkLst>
            <pc:docMk/>
            <pc:sldMk cId="937312129" sldId="282"/>
            <ac:spMk id="2" creationId="{1CD5DCF1-53F1-D160-5D71-18B3FED7743D}"/>
          </ac:spMkLst>
        </pc:spChg>
        <pc:spChg chg="del">
          <ac:chgData name="Kayla Blincow" userId="ac6229071bdafc06" providerId="LiveId" clId="{9CE18A4C-68C3-4E97-A0CD-BEA78CB9776D}" dt="2026-08-18T14:40:07.747" v="3160" actId="478"/>
          <ac:spMkLst>
            <pc:docMk/>
            <pc:sldMk cId="937312129" sldId="282"/>
            <ac:spMk id="3" creationId="{77C3199D-5EA1-432F-D45A-2A1D6C6A8541}"/>
          </ac:spMkLst>
        </pc:spChg>
        <pc:picChg chg="add mod">
          <ac:chgData name="Kayla Blincow" userId="ac6229071bdafc06" providerId="LiveId" clId="{9CE18A4C-68C3-4E97-A0CD-BEA78CB9776D}" dt="2026-08-18T14:40:11.960" v="3162" actId="1076"/>
          <ac:picMkLst>
            <pc:docMk/>
            <pc:sldMk cId="937312129" sldId="282"/>
            <ac:picMk id="4" creationId="{C104F493-A250-BD0A-9A89-CACECFA84126}"/>
          </ac:picMkLst>
        </pc:picChg>
      </pc:sldChg>
      <pc:sldChg chg="delSp modSp new mod">
        <pc:chgData name="Kayla Blincow" userId="ac6229071bdafc06" providerId="LiveId" clId="{9CE18A4C-68C3-4E97-A0CD-BEA78CB9776D}" dt="2026-08-18T15:03:57.033" v="3211" actId="1076"/>
        <pc:sldMkLst>
          <pc:docMk/>
          <pc:sldMk cId="126750627" sldId="283"/>
        </pc:sldMkLst>
        <pc:spChg chg="mod">
          <ac:chgData name="Kayla Blincow" userId="ac6229071bdafc06" providerId="LiveId" clId="{9CE18A4C-68C3-4E97-A0CD-BEA78CB9776D}" dt="2026-08-18T15:03:57.033" v="3211" actId="1076"/>
          <ac:spMkLst>
            <pc:docMk/>
            <pc:sldMk cId="126750627" sldId="283"/>
            <ac:spMk id="2" creationId="{DF0C7E7A-D89B-DD42-AC9C-AA6C62BA88BD}"/>
          </ac:spMkLst>
        </pc:spChg>
        <pc:spChg chg="del">
          <ac:chgData name="Kayla Blincow" userId="ac6229071bdafc06" providerId="LiveId" clId="{9CE18A4C-68C3-4E97-A0CD-BEA78CB9776D}" dt="2026-08-18T15:03:51.964" v="3210" actId="478"/>
          <ac:spMkLst>
            <pc:docMk/>
            <pc:sldMk cId="126750627" sldId="283"/>
            <ac:spMk id="3" creationId="{890C6007-1EBA-A0D3-221E-04CBC7F12FB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EAC65F-9207-41AE-8C53-46E5EA7B4DDF}" type="datetimeFigureOut">
              <a:rPr lang="en-US" smtClean="0"/>
              <a:t>8/18/2026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32F4B8-4792-4BBE-9010-0D4D9882B9B9}" type="slidenum">
              <a:rPr lang="en-US" smtClean="0"/>
              <a:t>‹#›</a:t>
            </a:fld>
            <a:endParaRPr lang="en-US"/>
          </a:p>
        </p:txBody>
      </p:sp>
    </p:spTree>
    <p:extLst>
      <p:ext uri="{BB962C8B-B14F-4D97-AF65-F5344CB8AC3E}">
        <p14:creationId xmlns:p14="http://schemas.microsoft.com/office/powerpoint/2010/main" val="1506634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532F4B8-4792-4BBE-9010-0D4D9882B9B9}" type="slidenum">
              <a:rPr lang="en-US" smtClean="0"/>
              <a:t>1</a:t>
            </a:fld>
            <a:endParaRPr lang="en-US"/>
          </a:p>
        </p:txBody>
      </p:sp>
    </p:spTree>
    <p:extLst>
      <p:ext uri="{BB962C8B-B14F-4D97-AF65-F5344CB8AC3E}">
        <p14:creationId xmlns:p14="http://schemas.microsoft.com/office/powerpoint/2010/main" val="36432470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safe space. To get the most out of this course, you </a:t>
            </a:r>
          </a:p>
        </p:txBody>
      </p:sp>
      <p:sp>
        <p:nvSpPr>
          <p:cNvPr id="4" name="Slide Number Placeholder 3"/>
          <p:cNvSpPr>
            <a:spLocks noGrp="1"/>
          </p:cNvSpPr>
          <p:nvPr>
            <p:ph type="sldNum" sz="quarter" idx="5"/>
          </p:nvPr>
        </p:nvSpPr>
        <p:spPr/>
        <p:txBody>
          <a:bodyPr/>
          <a:lstStyle/>
          <a:p>
            <a:fld id="{B532F4B8-4792-4BBE-9010-0D4D9882B9B9}" type="slidenum">
              <a:rPr lang="en-US" smtClean="0"/>
              <a:t>2</a:t>
            </a:fld>
            <a:endParaRPr lang="en-US"/>
          </a:p>
        </p:txBody>
      </p:sp>
    </p:spTree>
    <p:extLst>
      <p:ext uri="{BB962C8B-B14F-4D97-AF65-F5344CB8AC3E}">
        <p14:creationId xmlns:p14="http://schemas.microsoft.com/office/powerpoint/2010/main" val="3007097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will get the most out of this class if we shed whatever insecurities you might have about saying you are lost or don’t know what’s happening. It’s okay to not know. Nobody is going to be upset. </a:t>
            </a:r>
          </a:p>
          <a:p>
            <a:r>
              <a:rPr lang="en-US" b="1" dirty="0"/>
              <a:t>I have been coding a long time and sometimes I skim over steps because I forget what it’s like to be new. STOP ME! Be like woah, Kayla, what just happened?? I will not be upset. I want to help you get better at this. I also sometimes just talk fast—I will try to slow down.</a:t>
            </a:r>
          </a:p>
        </p:txBody>
      </p:sp>
      <p:sp>
        <p:nvSpPr>
          <p:cNvPr id="4" name="Slide Number Placeholder 3"/>
          <p:cNvSpPr>
            <a:spLocks noGrp="1"/>
          </p:cNvSpPr>
          <p:nvPr>
            <p:ph type="sldNum" sz="quarter" idx="5"/>
          </p:nvPr>
        </p:nvSpPr>
        <p:spPr/>
        <p:txBody>
          <a:bodyPr/>
          <a:lstStyle/>
          <a:p>
            <a:fld id="{B532F4B8-4792-4BBE-9010-0D4D9882B9B9}" type="slidenum">
              <a:rPr lang="en-US" smtClean="0"/>
              <a:t>3</a:t>
            </a:fld>
            <a:endParaRPr lang="en-US"/>
          </a:p>
        </p:txBody>
      </p:sp>
    </p:spTree>
    <p:extLst>
      <p:ext uri="{BB962C8B-B14F-4D97-AF65-F5344CB8AC3E}">
        <p14:creationId xmlns:p14="http://schemas.microsoft.com/office/powerpoint/2010/main" val="40127427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You’re responsible for keeping things organized</a:t>
            </a:r>
          </a:p>
        </p:txBody>
      </p:sp>
      <p:sp>
        <p:nvSpPr>
          <p:cNvPr id="4" name="Slide Number Placeholder 3"/>
          <p:cNvSpPr>
            <a:spLocks noGrp="1"/>
          </p:cNvSpPr>
          <p:nvPr>
            <p:ph type="sldNum" sz="quarter" idx="5"/>
          </p:nvPr>
        </p:nvSpPr>
        <p:spPr/>
        <p:txBody>
          <a:bodyPr/>
          <a:lstStyle/>
          <a:p>
            <a:fld id="{B532F4B8-4792-4BBE-9010-0D4D9882B9B9}" type="slidenum">
              <a:rPr lang="en-US" smtClean="0"/>
              <a:t>4</a:t>
            </a:fld>
            <a:endParaRPr lang="en-US"/>
          </a:p>
        </p:txBody>
      </p:sp>
    </p:spTree>
    <p:extLst>
      <p:ext uri="{BB962C8B-B14F-4D97-AF65-F5344CB8AC3E}">
        <p14:creationId xmlns:p14="http://schemas.microsoft.com/office/powerpoint/2010/main" val="22896455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 Projects</a:t>
            </a:r>
          </a:p>
          <a:p>
            <a:endParaRPr lang="en-US" dirty="0"/>
          </a:p>
        </p:txBody>
      </p:sp>
      <p:sp>
        <p:nvSpPr>
          <p:cNvPr id="4" name="Slide Number Placeholder 3"/>
          <p:cNvSpPr>
            <a:spLocks noGrp="1"/>
          </p:cNvSpPr>
          <p:nvPr>
            <p:ph type="sldNum" sz="quarter" idx="5"/>
          </p:nvPr>
        </p:nvSpPr>
        <p:spPr/>
        <p:txBody>
          <a:bodyPr/>
          <a:lstStyle/>
          <a:p>
            <a:fld id="{B532F4B8-4792-4BBE-9010-0D4D9882B9B9}" type="slidenum">
              <a:rPr lang="en-US" smtClean="0"/>
              <a:t>8</a:t>
            </a:fld>
            <a:endParaRPr lang="en-US"/>
          </a:p>
        </p:txBody>
      </p:sp>
    </p:spTree>
    <p:extLst>
      <p:ext uri="{BB962C8B-B14F-4D97-AF65-F5344CB8AC3E}">
        <p14:creationId xmlns:p14="http://schemas.microsoft.com/office/powerpoint/2010/main" val="13223645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5A2DA7E-11E7-48AB-82F5-7068197A42C9}"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380289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A2DA7E-11E7-48AB-82F5-7068197A42C9}"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1735777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A2DA7E-11E7-48AB-82F5-7068197A42C9}"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28133874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5A2DA7E-11E7-48AB-82F5-7068197A42C9}"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78126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5A2DA7E-11E7-48AB-82F5-7068197A42C9}" type="datetimeFigureOut">
              <a:rPr lang="en-US" smtClean="0"/>
              <a:t>8/18/2026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2230292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5A2DA7E-11E7-48AB-82F5-7068197A42C9}" type="datetimeFigureOut">
              <a:rPr lang="en-US" smtClean="0"/>
              <a:t>8/18/2026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320547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A2DA7E-11E7-48AB-82F5-7068197A42C9}" type="datetimeFigureOut">
              <a:rPr lang="en-US" smtClean="0"/>
              <a:t>8/18/2026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965743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A2DA7E-11E7-48AB-82F5-7068197A42C9}"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829849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A2DA7E-11E7-48AB-82F5-7068197A42C9}"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4025386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A2DA7E-11E7-48AB-82F5-7068197A42C9}"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1123306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A2DA7E-11E7-48AB-82F5-7068197A42C9}"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AC4879-753F-46D0-95EC-9736450DC13A}" type="slidenum">
              <a:rPr lang="en-US" smtClean="0"/>
              <a:t>‹#›</a:t>
            </a:fld>
            <a:endParaRPr lang="en-US"/>
          </a:p>
        </p:txBody>
      </p:sp>
    </p:spTree>
    <p:extLst>
      <p:ext uri="{BB962C8B-B14F-4D97-AF65-F5344CB8AC3E}">
        <p14:creationId xmlns:p14="http://schemas.microsoft.com/office/powerpoint/2010/main" val="2223274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F5A2DA7E-11E7-48AB-82F5-7068197A42C9}" type="datetimeFigureOut">
              <a:rPr lang="en-US" smtClean="0"/>
              <a:t>8/18/2026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5CAC4879-753F-46D0-95EC-9736450DC13A}" type="slidenum">
              <a:rPr lang="en-US" smtClean="0"/>
              <a:t>‹#›</a:t>
            </a:fld>
            <a:endParaRPr lang="en-US"/>
          </a:p>
        </p:txBody>
      </p:sp>
    </p:spTree>
    <p:extLst>
      <p:ext uri="{BB962C8B-B14F-4D97-AF65-F5344CB8AC3E}">
        <p14:creationId xmlns:p14="http://schemas.microsoft.com/office/powerpoint/2010/main" val="380144440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B8A19-FA22-C682-4310-EEAA4459904E}"/>
              </a:ext>
            </a:extLst>
          </p:cNvPr>
          <p:cNvSpPr>
            <a:spLocks noGrp="1"/>
          </p:cNvSpPr>
          <p:nvPr>
            <p:ph type="ctrTitle"/>
          </p:nvPr>
        </p:nvSpPr>
        <p:spPr>
          <a:xfrm>
            <a:off x="4812630" y="1600200"/>
            <a:ext cx="5855368" cy="1801311"/>
          </a:xfrm>
        </p:spPr>
        <p:txBody>
          <a:bodyPr/>
          <a:lstStyle/>
          <a:p>
            <a:r>
              <a:rPr lang="en-US" dirty="0"/>
              <a:t>MES 503 Lab 1</a:t>
            </a:r>
          </a:p>
        </p:txBody>
      </p:sp>
      <p:sp>
        <p:nvSpPr>
          <p:cNvPr id="3" name="Subtitle 2">
            <a:extLst>
              <a:ext uri="{FF2B5EF4-FFF2-40B4-BE49-F238E27FC236}">
                <a16:creationId xmlns:a16="http://schemas.microsoft.com/office/drawing/2014/main" id="{F07B767E-3D5A-B7E7-2441-4EBD66E2A63F}"/>
              </a:ext>
            </a:extLst>
          </p:cNvPr>
          <p:cNvSpPr>
            <a:spLocks noGrp="1"/>
          </p:cNvSpPr>
          <p:nvPr>
            <p:ph type="subTitle" idx="1"/>
          </p:nvPr>
        </p:nvSpPr>
        <p:spPr>
          <a:xfrm>
            <a:off x="4812630" y="3602038"/>
            <a:ext cx="5855369" cy="1655762"/>
          </a:xfrm>
        </p:spPr>
        <p:txBody>
          <a:bodyPr/>
          <a:lstStyle/>
          <a:p>
            <a:r>
              <a:rPr lang="en-US" dirty="0"/>
              <a:t>Kayla Blincow, PhD</a:t>
            </a:r>
          </a:p>
        </p:txBody>
      </p:sp>
      <p:pic>
        <p:nvPicPr>
          <p:cNvPr id="4" name="Picture 2" descr="R Memes for Statistical Fiends on Twitter: &quot;More R memes created directly  in R with @thosjleeper package &quot;memes&quot; https://t.co/R6MNt7sSzV #rstats… &quot;">
            <a:extLst>
              <a:ext uri="{FF2B5EF4-FFF2-40B4-BE49-F238E27FC236}">
                <a16:creationId xmlns:a16="http://schemas.microsoft.com/office/drawing/2014/main" id="{4E2F905E-C631-73E1-AB39-F358E6C87B1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0443" y="1250651"/>
            <a:ext cx="3449053" cy="4356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8685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F9CB285-5BE5-ABAE-DA3E-4D67CCDAC57F}"/>
              </a:ext>
            </a:extLst>
          </p:cNvPr>
          <p:cNvSpPr txBox="1">
            <a:spLocks/>
          </p:cNvSpPr>
          <p:nvPr/>
        </p:nvSpPr>
        <p:spPr>
          <a:xfrm>
            <a:off x="838200" y="101647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t>Repeat after me…</a:t>
            </a:r>
            <a:endParaRPr lang="en-US" dirty="0"/>
          </a:p>
        </p:txBody>
      </p:sp>
      <p:sp>
        <p:nvSpPr>
          <p:cNvPr id="5" name="Content Placeholder 2">
            <a:extLst>
              <a:ext uri="{FF2B5EF4-FFF2-40B4-BE49-F238E27FC236}">
                <a16:creationId xmlns:a16="http://schemas.microsoft.com/office/drawing/2014/main" id="{504771E2-EA85-24D6-8B50-EDC964B9395D}"/>
              </a:ext>
            </a:extLst>
          </p:cNvPr>
          <p:cNvSpPr txBox="1">
            <a:spLocks/>
          </p:cNvSpPr>
          <p:nvPr/>
        </p:nvSpPr>
        <p:spPr>
          <a:xfrm>
            <a:off x="838200" y="2476977"/>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a:p>
          <a:p>
            <a:pPr marL="0" indent="0" algn="ctr">
              <a:buFont typeface="Arial" panose="020B0604020202020204" pitchFamily="34" charset="0"/>
              <a:buNone/>
            </a:pPr>
            <a:r>
              <a:rPr lang="en-US" i="1"/>
              <a:t>I am a student.</a:t>
            </a:r>
          </a:p>
          <a:p>
            <a:pPr marL="0" indent="0" algn="ctr">
              <a:buFont typeface="Arial" panose="020B0604020202020204" pitchFamily="34" charset="0"/>
              <a:buNone/>
            </a:pPr>
            <a:r>
              <a:rPr lang="en-US" i="1"/>
              <a:t>I am still learning and that is okay.</a:t>
            </a:r>
          </a:p>
          <a:p>
            <a:pPr marL="0" indent="0" algn="ctr">
              <a:buFont typeface="Arial" panose="020B0604020202020204" pitchFamily="34" charset="0"/>
              <a:buNone/>
            </a:pPr>
            <a:r>
              <a:rPr lang="en-US" i="1"/>
              <a:t>My background is different than everyone else’s, therefore it makes no sense to compare my abilities or progress to anybody else.</a:t>
            </a:r>
            <a:endParaRPr lang="en-US" i="1" dirty="0"/>
          </a:p>
        </p:txBody>
      </p:sp>
    </p:spTree>
    <p:extLst>
      <p:ext uri="{BB962C8B-B14F-4D97-AF65-F5344CB8AC3E}">
        <p14:creationId xmlns:p14="http://schemas.microsoft.com/office/powerpoint/2010/main" val="2451807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401EE-666F-E48E-41DB-F8C39CC57253}"/>
              </a:ext>
            </a:extLst>
          </p:cNvPr>
          <p:cNvSpPr>
            <a:spLocks noGrp="1"/>
          </p:cNvSpPr>
          <p:nvPr>
            <p:ph type="title"/>
          </p:nvPr>
        </p:nvSpPr>
        <p:spPr/>
        <p:txBody>
          <a:bodyPr/>
          <a:lstStyle/>
          <a:p>
            <a:r>
              <a:rPr lang="en-US" dirty="0"/>
              <a:t>My Philosophy on Coding</a:t>
            </a:r>
          </a:p>
        </p:txBody>
      </p:sp>
      <p:sp>
        <p:nvSpPr>
          <p:cNvPr id="3" name="Content Placeholder 2">
            <a:extLst>
              <a:ext uri="{FF2B5EF4-FFF2-40B4-BE49-F238E27FC236}">
                <a16:creationId xmlns:a16="http://schemas.microsoft.com/office/drawing/2014/main" id="{4A0898ED-7F05-76B1-6601-9AAC6CE2D8E4}"/>
              </a:ext>
            </a:extLst>
          </p:cNvPr>
          <p:cNvSpPr>
            <a:spLocks noGrp="1"/>
          </p:cNvSpPr>
          <p:nvPr>
            <p:ph idx="1"/>
          </p:nvPr>
        </p:nvSpPr>
        <p:spPr>
          <a:xfrm>
            <a:off x="838199" y="1825625"/>
            <a:ext cx="5510349" cy="4351338"/>
          </a:xfrm>
        </p:spPr>
        <p:txBody>
          <a:bodyPr/>
          <a:lstStyle/>
          <a:p>
            <a:r>
              <a:rPr lang="en-US" dirty="0"/>
              <a:t>In this class, we are a team</a:t>
            </a:r>
          </a:p>
          <a:p>
            <a:pPr lvl="1"/>
            <a:r>
              <a:rPr lang="en-US" dirty="0"/>
              <a:t>Don’t be afraid to say I don’t know</a:t>
            </a:r>
          </a:p>
          <a:p>
            <a:r>
              <a:rPr lang="en-US" dirty="0"/>
              <a:t>You will almost never code without the internet to help you</a:t>
            </a:r>
          </a:p>
          <a:p>
            <a:pPr lvl="1"/>
            <a:r>
              <a:rPr lang="en-US" dirty="0"/>
              <a:t>Use Google! </a:t>
            </a:r>
          </a:p>
          <a:p>
            <a:pPr lvl="1"/>
            <a:r>
              <a:rPr lang="en-US" dirty="0"/>
              <a:t>Use ChatGPT (but </a:t>
            </a:r>
            <a:r>
              <a:rPr lang="en-US" b="1" dirty="0"/>
              <a:t>carefully</a:t>
            </a:r>
            <a:r>
              <a:rPr lang="en-US" dirty="0"/>
              <a:t>)</a:t>
            </a:r>
          </a:p>
          <a:p>
            <a:pPr lvl="1"/>
            <a:r>
              <a:rPr lang="en-US" dirty="0"/>
              <a:t>Use each other</a:t>
            </a:r>
          </a:p>
          <a:p>
            <a:r>
              <a:rPr lang="en-US" dirty="0"/>
              <a:t>Coding is a language; the best way to learn it is to use it.</a:t>
            </a:r>
          </a:p>
        </p:txBody>
      </p:sp>
      <p:pic>
        <p:nvPicPr>
          <p:cNvPr id="4" name="Picture 2" descr="R-Programming – Giles Dickenson-Jones">
            <a:extLst>
              <a:ext uri="{FF2B5EF4-FFF2-40B4-BE49-F238E27FC236}">
                <a16:creationId xmlns:a16="http://schemas.microsoft.com/office/drawing/2014/main" id="{4BC8C143-17A8-C4DD-0FAC-89FB395B4F8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52" r="5987"/>
          <a:stretch>
            <a:fillRect/>
          </a:stretch>
        </p:blipFill>
        <p:spPr bwMode="auto">
          <a:xfrm>
            <a:off x="6665495" y="1658883"/>
            <a:ext cx="5041232" cy="46848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0040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A8C7A-4171-EC51-4C38-92A4A2C69973}"/>
              </a:ext>
            </a:extLst>
          </p:cNvPr>
          <p:cNvSpPr>
            <a:spLocks noGrp="1"/>
          </p:cNvSpPr>
          <p:nvPr>
            <p:ph type="title"/>
          </p:nvPr>
        </p:nvSpPr>
        <p:spPr/>
        <p:txBody>
          <a:bodyPr/>
          <a:lstStyle/>
          <a:p>
            <a:r>
              <a:rPr lang="en-US" dirty="0"/>
              <a:t>Typical Lab Structure</a:t>
            </a:r>
          </a:p>
        </p:txBody>
      </p:sp>
      <p:sp>
        <p:nvSpPr>
          <p:cNvPr id="3" name="Content Placeholder 2">
            <a:extLst>
              <a:ext uri="{FF2B5EF4-FFF2-40B4-BE49-F238E27FC236}">
                <a16:creationId xmlns:a16="http://schemas.microsoft.com/office/drawing/2014/main" id="{C0E6885D-3C72-27E9-1A10-7C9447AFD4EF}"/>
              </a:ext>
            </a:extLst>
          </p:cNvPr>
          <p:cNvSpPr>
            <a:spLocks noGrp="1"/>
          </p:cNvSpPr>
          <p:nvPr>
            <p:ph idx="1"/>
          </p:nvPr>
        </p:nvSpPr>
        <p:spPr>
          <a:xfrm>
            <a:off x="838199" y="1825625"/>
            <a:ext cx="9809747" cy="4351338"/>
          </a:xfrm>
        </p:spPr>
        <p:txBody>
          <a:bodyPr/>
          <a:lstStyle/>
          <a:p>
            <a:r>
              <a:rPr lang="en-US" dirty="0"/>
              <a:t>Materials shared on Brightspace</a:t>
            </a:r>
          </a:p>
          <a:p>
            <a:r>
              <a:rPr lang="en-US" dirty="0"/>
              <a:t>~ 1 hour analysis topic</a:t>
            </a:r>
          </a:p>
          <a:p>
            <a:r>
              <a:rPr lang="en-US" dirty="0"/>
              <a:t>~ 1 hour pure coding skills</a:t>
            </a:r>
          </a:p>
          <a:p>
            <a:r>
              <a:rPr lang="en-US" dirty="0"/>
              <a:t>Exercise combining the two</a:t>
            </a:r>
          </a:p>
          <a:p>
            <a:endParaRPr lang="en-US" dirty="0"/>
          </a:p>
          <a:p>
            <a:endParaRPr lang="en-US" dirty="0"/>
          </a:p>
        </p:txBody>
      </p:sp>
      <p:pic>
        <p:nvPicPr>
          <p:cNvPr id="4" name="Picture 10" descr="R for cats · and cat lovers">
            <a:extLst>
              <a:ext uri="{FF2B5EF4-FFF2-40B4-BE49-F238E27FC236}">
                <a16:creationId xmlns:a16="http://schemas.microsoft.com/office/drawing/2014/main" id="{A8B3E215-F90F-8CE8-7593-AE9BFCDC7C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0210" y="3326779"/>
            <a:ext cx="3805882" cy="28501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7211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C7E7A-D89B-DD42-AC9C-AA6C62BA88BD}"/>
              </a:ext>
            </a:extLst>
          </p:cNvPr>
          <p:cNvSpPr>
            <a:spLocks noGrp="1"/>
          </p:cNvSpPr>
          <p:nvPr>
            <p:ph type="title"/>
          </p:nvPr>
        </p:nvSpPr>
        <p:spPr>
          <a:xfrm>
            <a:off x="838200" y="2766218"/>
            <a:ext cx="10515600" cy="1325563"/>
          </a:xfrm>
        </p:spPr>
        <p:txBody>
          <a:bodyPr/>
          <a:lstStyle/>
          <a:p>
            <a:pPr algn="ctr"/>
            <a:r>
              <a:rPr lang="en-US" dirty="0"/>
              <a:t>What we are doing this week!</a:t>
            </a:r>
          </a:p>
        </p:txBody>
      </p:sp>
    </p:spTree>
    <p:extLst>
      <p:ext uri="{BB962C8B-B14F-4D97-AF65-F5344CB8AC3E}">
        <p14:creationId xmlns:p14="http://schemas.microsoft.com/office/powerpoint/2010/main" val="1267506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825C1-C4B6-B75B-38FE-07695571217B}"/>
              </a:ext>
            </a:extLst>
          </p:cNvPr>
          <p:cNvSpPr>
            <a:spLocks noGrp="1"/>
          </p:cNvSpPr>
          <p:nvPr>
            <p:ph type="title"/>
          </p:nvPr>
        </p:nvSpPr>
        <p:spPr>
          <a:xfrm>
            <a:off x="297180" y="355029"/>
            <a:ext cx="11353800" cy="1325563"/>
          </a:xfrm>
        </p:spPr>
        <p:txBody>
          <a:bodyPr>
            <a:normAutofit fontScale="90000"/>
          </a:bodyPr>
          <a:lstStyle/>
          <a:p>
            <a:pPr algn="ctr"/>
            <a:r>
              <a:rPr lang="en-US" sz="4900" b="1" dirty="0"/>
              <a:t>Palmer Penguins </a:t>
            </a:r>
            <a:br>
              <a:rPr lang="en-US" dirty="0"/>
            </a:br>
            <a:r>
              <a:rPr lang="en-US" dirty="0"/>
              <a:t>(the R queens’ alternative to the iris and cars datasets,</a:t>
            </a:r>
            <a:br>
              <a:rPr lang="en-US" dirty="0"/>
            </a:br>
            <a:r>
              <a:rPr lang="en-US" dirty="0"/>
              <a:t>shout out to Allison Horst and co.)</a:t>
            </a:r>
          </a:p>
        </p:txBody>
      </p:sp>
      <p:sp>
        <p:nvSpPr>
          <p:cNvPr id="4" name="Rectangle 1">
            <a:extLst>
              <a:ext uri="{FF2B5EF4-FFF2-40B4-BE49-F238E27FC236}">
                <a16:creationId xmlns:a16="http://schemas.microsoft.com/office/drawing/2014/main" id="{DFEF00DF-BBF5-2538-E335-F9D4676CE0CB}"/>
              </a:ext>
            </a:extLst>
          </p:cNvPr>
          <p:cNvSpPr>
            <a:spLocks noChangeArrowheads="1"/>
          </p:cNvSpPr>
          <p:nvPr/>
        </p:nvSpPr>
        <p:spPr bwMode="auto">
          <a:xfrm>
            <a:off x="457200" y="6624290"/>
            <a:ext cx="11511485" cy="200055"/>
          </a:xfrm>
          <a:prstGeom prst="rect">
            <a:avLst/>
          </a:prstGeom>
          <a:solidFill>
            <a:srgbClr val="F1F3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5E5E5E"/>
                </a:solidFill>
                <a:effectLst/>
                <a:latin typeface="var(--bs-font-monospace)"/>
              </a:rPr>
              <a:t>Horst AM, Hill AP, Gorman KB (2020). </a:t>
            </a:r>
            <a:r>
              <a:rPr kumimoji="0" lang="en-US" altLang="en-US" sz="1000" b="0" i="0" u="none" strike="noStrike" cap="none" normalizeH="0" baseline="0" dirty="0" err="1">
                <a:ln>
                  <a:noFill/>
                </a:ln>
                <a:solidFill>
                  <a:srgbClr val="5E5E5E"/>
                </a:solidFill>
                <a:effectLst/>
                <a:latin typeface="var(--bs-font-monospace)"/>
              </a:rPr>
              <a:t>palmerpenguins</a:t>
            </a:r>
            <a:r>
              <a:rPr kumimoji="0" lang="en-US" altLang="en-US" sz="1000" b="0" i="0" u="none" strike="noStrike" cap="none" normalizeH="0" baseline="0" dirty="0">
                <a:ln>
                  <a:noFill/>
                </a:ln>
                <a:solidFill>
                  <a:srgbClr val="5E5E5E"/>
                </a:solidFill>
                <a:effectLst/>
                <a:latin typeface="var(--bs-font-monospace)"/>
              </a:rPr>
              <a:t>: Palmer</a:t>
            </a:r>
            <a:r>
              <a:rPr kumimoji="0" lang="en-US" altLang="en-US" sz="1000" b="0" i="0" u="none" strike="noStrike" cap="none" normalizeH="0" baseline="0" dirty="0">
                <a:ln>
                  <a:noFill/>
                </a:ln>
                <a:solidFill>
                  <a:srgbClr val="003B4F"/>
                </a:solidFill>
                <a:effectLst/>
                <a:latin typeface="var(--bs-font-monospace)"/>
              </a:rPr>
              <a:t> </a:t>
            </a:r>
            <a:r>
              <a:rPr kumimoji="0" lang="en-US" altLang="en-US" sz="1000" b="0" i="0" u="none" strike="noStrike" cap="none" normalizeH="0" baseline="0" dirty="0">
                <a:ln>
                  <a:noFill/>
                </a:ln>
                <a:solidFill>
                  <a:srgbClr val="5E5E5E"/>
                </a:solidFill>
                <a:effectLst/>
                <a:latin typeface="var(--bs-font-monospace)"/>
              </a:rPr>
              <a:t>#&gt; Archipelago (Antarctica) penguin data. R package version 0.1.0.</a:t>
            </a:r>
            <a:r>
              <a:rPr kumimoji="0" lang="en-US" altLang="en-US" sz="1000" b="0" i="0" u="none" strike="noStrike" cap="none" normalizeH="0" baseline="0" dirty="0">
                <a:ln>
                  <a:noFill/>
                </a:ln>
                <a:solidFill>
                  <a:srgbClr val="003B4F"/>
                </a:solidFill>
                <a:effectLst/>
                <a:latin typeface="var(--bs-font-monospace)"/>
              </a:rPr>
              <a:t> </a:t>
            </a:r>
            <a:r>
              <a:rPr kumimoji="0" lang="en-US" altLang="en-US" sz="1000" b="0" i="0" u="none" strike="noStrike" cap="none" normalizeH="0" baseline="0" dirty="0">
                <a:ln>
                  <a:noFill/>
                </a:ln>
                <a:solidFill>
                  <a:srgbClr val="5E5E5E"/>
                </a:solidFill>
                <a:effectLst/>
                <a:latin typeface="var(--bs-font-monospace)"/>
              </a:rPr>
              <a:t>#&gt; https://allisonhorst.github.io/palmerpenguins/. </a:t>
            </a:r>
            <a:r>
              <a:rPr kumimoji="0" lang="en-US" altLang="en-US" sz="1000" b="0" i="0" u="none" strike="noStrike" cap="none" normalizeH="0" baseline="0" dirty="0" err="1">
                <a:ln>
                  <a:noFill/>
                </a:ln>
                <a:solidFill>
                  <a:srgbClr val="5E5E5E"/>
                </a:solidFill>
                <a:effectLst/>
                <a:latin typeface="var(--bs-font-monospace)"/>
              </a:rPr>
              <a:t>doi</a:t>
            </a:r>
            <a:r>
              <a:rPr kumimoji="0" lang="en-US" altLang="en-US" sz="1000" b="0" i="0" u="none" strike="noStrike" cap="none" normalizeH="0" baseline="0" dirty="0">
                <a:ln>
                  <a:noFill/>
                </a:ln>
                <a:solidFill>
                  <a:srgbClr val="5E5E5E"/>
                </a:solidFill>
                <a:effectLst/>
                <a:latin typeface="var(--bs-font-monospace)"/>
              </a:rPr>
              <a:t>:</a:t>
            </a:r>
            <a:r>
              <a:rPr kumimoji="0" lang="en-US" altLang="en-US" sz="1000" b="0" i="0" u="none" strike="noStrike" cap="none" normalizeH="0" baseline="0" dirty="0">
                <a:ln>
                  <a:noFill/>
                </a:ln>
                <a:solidFill>
                  <a:srgbClr val="003B4F"/>
                </a:solidFill>
                <a:effectLst/>
                <a:latin typeface="var(--bs-font-monospace)"/>
              </a:rPr>
              <a:t> </a:t>
            </a:r>
            <a:r>
              <a:rPr kumimoji="0" lang="en-US" altLang="en-US" sz="1000" b="0" i="0" u="none" strike="noStrike" cap="none" normalizeH="0" baseline="0" dirty="0">
                <a:ln>
                  <a:noFill/>
                </a:ln>
                <a:solidFill>
                  <a:srgbClr val="5E5E5E"/>
                </a:solidFill>
                <a:effectLst/>
                <a:latin typeface="var(--bs-font-monospace)"/>
              </a:rPr>
              <a:t>#&gt; 10.5281/zenodo.3960218.</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123" name="Picture 3">
            <a:extLst>
              <a:ext uri="{FF2B5EF4-FFF2-40B4-BE49-F238E27FC236}">
                <a16:creationId xmlns:a16="http://schemas.microsoft.com/office/drawing/2014/main" id="{A6B0FE9E-FB60-DB29-5217-32A7E7199E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1332" y="1860822"/>
            <a:ext cx="7983220" cy="4763468"/>
          </a:xfrm>
          <a:prstGeom prst="rect">
            <a:avLst/>
          </a:prstGeom>
          <a:noFill/>
          <a:extLst>
            <a:ext uri="{909E8E84-426E-40DD-AFC4-6F175D3DCCD1}">
              <a14:hiddenFill xmlns:a14="http://schemas.microsoft.com/office/drawing/2010/main">
                <a:solidFill>
                  <a:srgbClr val="FFFFFF"/>
                </a:solidFill>
              </a14:hiddenFill>
            </a:ext>
          </a:extLst>
        </p:spPr>
      </p:pic>
      <p:pic>
        <p:nvPicPr>
          <p:cNvPr id="5125" name="Picture 5">
            <a:extLst>
              <a:ext uri="{FF2B5EF4-FFF2-40B4-BE49-F238E27FC236}">
                <a16:creationId xmlns:a16="http://schemas.microsoft.com/office/drawing/2014/main" id="{5F2FD278-8D19-9398-AB77-D06083C1EE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26513" y="1680592"/>
            <a:ext cx="1671022" cy="1928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6586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104F493-A250-BD0A-9A89-CACECFA84126}"/>
              </a:ext>
            </a:extLst>
          </p:cNvPr>
          <p:cNvPicPr>
            <a:picLocks noChangeAspect="1"/>
          </p:cNvPicPr>
          <p:nvPr/>
        </p:nvPicPr>
        <p:blipFill>
          <a:blip r:embed="rId2"/>
          <a:stretch>
            <a:fillRect/>
          </a:stretch>
        </p:blipFill>
        <p:spPr>
          <a:xfrm>
            <a:off x="1367780" y="385521"/>
            <a:ext cx="9456439" cy="6086957"/>
          </a:xfrm>
          <a:prstGeom prst="rect">
            <a:avLst/>
          </a:prstGeom>
        </p:spPr>
      </p:pic>
    </p:spTree>
    <p:extLst>
      <p:ext uri="{BB962C8B-B14F-4D97-AF65-F5344CB8AC3E}">
        <p14:creationId xmlns:p14="http://schemas.microsoft.com/office/powerpoint/2010/main" val="9373121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46FDB-71FA-1D47-C7A3-DD1DA6755D3F}"/>
              </a:ext>
            </a:extLst>
          </p:cNvPr>
          <p:cNvSpPr>
            <a:spLocks noGrp="1"/>
          </p:cNvSpPr>
          <p:nvPr>
            <p:ph type="title"/>
          </p:nvPr>
        </p:nvSpPr>
        <p:spPr>
          <a:xfrm>
            <a:off x="838200" y="2766218"/>
            <a:ext cx="10515600" cy="1325563"/>
          </a:xfrm>
        </p:spPr>
        <p:txBody>
          <a:bodyPr>
            <a:normAutofit/>
          </a:bodyPr>
          <a:lstStyle/>
          <a:p>
            <a:pPr algn="ctr"/>
            <a:r>
              <a:rPr lang="en-US" dirty="0"/>
              <a:t>Switch to ze code!</a:t>
            </a:r>
          </a:p>
        </p:txBody>
      </p:sp>
    </p:spTree>
    <p:extLst>
      <p:ext uri="{BB962C8B-B14F-4D97-AF65-F5344CB8AC3E}">
        <p14:creationId xmlns:p14="http://schemas.microsoft.com/office/powerpoint/2010/main" val="18103754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287</TotalTime>
  <Words>350</Words>
  <Application>Microsoft Office PowerPoint</Application>
  <PresentationFormat>Widescreen</PresentationFormat>
  <Paragraphs>34</Paragraphs>
  <Slides>8</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var(--bs-font-monospace)</vt:lpstr>
      <vt:lpstr>Office Theme</vt:lpstr>
      <vt:lpstr>MES 503 Lab 1</vt:lpstr>
      <vt:lpstr>PowerPoint Presentation</vt:lpstr>
      <vt:lpstr>My Philosophy on Coding</vt:lpstr>
      <vt:lpstr>Typical Lab Structure</vt:lpstr>
      <vt:lpstr>What we are doing this week!</vt:lpstr>
      <vt:lpstr>Palmer Penguins  (the R queens’ alternative to the iris and cars datasets, shout out to Allison Horst and co.)</vt:lpstr>
      <vt:lpstr>PowerPoint Presentation</vt:lpstr>
      <vt:lpstr>Switch to ze code!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Kayla Blincow</dc:creator>
  <cp:lastModifiedBy>Kayla Blincow</cp:lastModifiedBy>
  <cp:revision>1</cp:revision>
  <dcterms:created xsi:type="dcterms:W3CDTF">2026-01-08T19:59:11Z</dcterms:created>
  <dcterms:modified xsi:type="dcterms:W3CDTF">2026-08-18T15:03:58Z</dcterms:modified>
</cp:coreProperties>
</file>