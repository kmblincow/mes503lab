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84" r:id="rId3"/>
    <p:sldId id="285" r:id="rId4"/>
    <p:sldId id="286" r:id="rId5"/>
    <p:sldId id="287" r:id="rId6"/>
    <p:sldId id="288" r:id="rId7"/>
    <p:sldId id="289" r:id="rId8"/>
    <p:sldId id="290" r:id="rId9"/>
    <p:sldId id="291" r:id="rId10"/>
    <p:sldId id="292" r:id="rId11"/>
    <p:sldId id="293" r:id="rId12"/>
    <p:sldId id="295" r:id="rId13"/>
    <p:sldId id="294" r:id="rId14"/>
    <p:sldId id="297" r:id="rId15"/>
    <p:sldId id="399" r:id="rId16"/>
    <p:sldId id="400" r:id="rId17"/>
    <p:sldId id="402" r:id="rId18"/>
    <p:sldId id="401" r:id="rId19"/>
    <p:sldId id="296" r:id="rId20"/>
    <p:sldId id="25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3447" autoAdjust="0"/>
  </p:normalViewPr>
  <p:slideViewPr>
    <p:cSldViewPr snapToGrid="0">
      <p:cViewPr>
        <p:scale>
          <a:sx n="92" d="100"/>
          <a:sy n="92" d="100"/>
        </p:scale>
        <p:origin x="-252" y="-72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a Blincow" userId="ac6229071bdafc06" providerId="LiveId" clId="{9CE18A4C-68C3-4E97-A0CD-BEA78CB9776D}"/>
    <pc:docChg chg="undo custSel addSld delSld modSld">
      <pc:chgData name="Kayla Blincow" userId="ac6229071bdafc06" providerId="LiveId" clId="{9CE18A4C-68C3-4E97-A0CD-BEA78CB9776D}" dt="2026-08-26T17:18:30.305" v="3061" actId="20577"/>
      <pc:docMkLst>
        <pc:docMk/>
      </pc:docMkLst>
      <pc:sldChg chg="modSp mod">
        <pc:chgData name="Kayla Blincow" userId="ac6229071bdafc06" providerId="LiveId" clId="{9CE18A4C-68C3-4E97-A0CD-BEA78CB9776D}" dt="2026-08-24T13:49:35.832" v="1" actId="20577"/>
        <pc:sldMkLst>
          <pc:docMk/>
          <pc:sldMk cId="2948685846" sldId="256"/>
        </pc:sldMkLst>
        <pc:spChg chg="mod">
          <ac:chgData name="Kayla Blincow" userId="ac6229071bdafc06" providerId="LiveId" clId="{9CE18A4C-68C3-4E97-A0CD-BEA78CB9776D}" dt="2026-08-24T13:49:35.832" v="1" actId="20577"/>
          <ac:spMkLst>
            <pc:docMk/>
            <pc:sldMk cId="2948685846" sldId="256"/>
            <ac:spMk id="2" creationId="{D24B8A19-FA22-C682-4310-EEAA4459904E}"/>
          </ac:spMkLst>
        </pc:spChg>
      </pc:sldChg>
      <pc:sldChg chg="modSp mod">
        <pc:chgData name="Kayla Blincow" userId="ac6229071bdafc06" providerId="LiveId" clId="{9CE18A4C-68C3-4E97-A0CD-BEA78CB9776D}" dt="2026-08-24T13:51:57.700" v="91" actId="20577"/>
        <pc:sldMkLst>
          <pc:docMk/>
          <pc:sldMk cId="1667211957" sldId="257"/>
        </pc:sldMkLst>
        <pc:spChg chg="mod">
          <ac:chgData name="Kayla Blincow" userId="ac6229071bdafc06" providerId="LiveId" clId="{9CE18A4C-68C3-4E97-A0CD-BEA78CB9776D}" dt="2026-08-24T13:50:05.934" v="37" actId="20577"/>
          <ac:spMkLst>
            <pc:docMk/>
            <pc:sldMk cId="1667211957" sldId="257"/>
            <ac:spMk id="2" creationId="{938A8C7A-4171-EC51-4C38-92A4A2C69973}"/>
          </ac:spMkLst>
        </pc:spChg>
        <pc:spChg chg="mod">
          <ac:chgData name="Kayla Blincow" userId="ac6229071bdafc06" providerId="LiveId" clId="{9CE18A4C-68C3-4E97-A0CD-BEA78CB9776D}" dt="2026-08-24T13:51:57.700" v="91" actId="20577"/>
          <ac:spMkLst>
            <pc:docMk/>
            <pc:sldMk cId="1667211957" sldId="257"/>
            <ac:spMk id="3" creationId="{C0E6885D-3C72-27E9-1A10-7C9447AFD4EF}"/>
          </ac:spMkLst>
        </pc:spChg>
      </pc:sldChg>
      <pc:sldChg chg="modSp new mod">
        <pc:chgData name="Kayla Blincow" userId="ac6229071bdafc06" providerId="LiveId" clId="{9CE18A4C-68C3-4E97-A0CD-BEA78CB9776D}" dt="2026-08-26T17:18:30.305" v="3061" actId="20577"/>
        <pc:sldMkLst>
          <pc:docMk/>
          <pc:sldMk cId="949666939" sldId="284"/>
        </pc:sldMkLst>
        <pc:spChg chg="mod">
          <ac:chgData name="Kayla Blincow" userId="ac6229071bdafc06" providerId="LiveId" clId="{9CE18A4C-68C3-4E97-A0CD-BEA78CB9776D}" dt="2026-08-24T13:49:54.720" v="25" actId="20577"/>
          <ac:spMkLst>
            <pc:docMk/>
            <pc:sldMk cId="949666939" sldId="284"/>
            <ac:spMk id="2" creationId="{55DE9A48-B850-58D5-1576-8EEEB414F3D4}"/>
          </ac:spMkLst>
        </pc:spChg>
        <pc:spChg chg="mod">
          <ac:chgData name="Kayla Blincow" userId="ac6229071bdafc06" providerId="LiveId" clId="{9CE18A4C-68C3-4E97-A0CD-BEA78CB9776D}" dt="2026-08-26T17:18:30.305" v="3061" actId="20577"/>
          <ac:spMkLst>
            <pc:docMk/>
            <pc:sldMk cId="949666939" sldId="284"/>
            <ac:spMk id="3" creationId="{5EC916F8-2617-0B7F-D699-7AE508E9AD38}"/>
          </ac:spMkLst>
        </pc:spChg>
      </pc:sldChg>
      <pc:sldChg chg="addSp delSp modSp new mod">
        <pc:chgData name="Kayla Blincow" userId="ac6229071bdafc06" providerId="LiveId" clId="{9CE18A4C-68C3-4E97-A0CD-BEA78CB9776D}" dt="2026-08-25T15:19:29.182" v="2791" actId="1076"/>
        <pc:sldMkLst>
          <pc:docMk/>
          <pc:sldMk cId="1878047201" sldId="285"/>
        </pc:sldMkLst>
        <pc:spChg chg="mod">
          <ac:chgData name="Kayla Blincow" userId="ac6229071bdafc06" providerId="LiveId" clId="{9CE18A4C-68C3-4E97-A0CD-BEA78CB9776D}" dt="2026-08-24T13:52:22.456" v="121" actId="20577"/>
          <ac:spMkLst>
            <pc:docMk/>
            <pc:sldMk cId="1878047201" sldId="285"/>
            <ac:spMk id="2" creationId="{E76C8B2B-7B37-8B21-9919-3E3B79AA981E}"/>
          </ac:spMkLst>
        </pc:spChg>
        <pc:spChg chg="add del mod">
          <ac:chgData name="Kayla Blincow" userId="ac6229071bdafc06" providerId="LiveId" clId="{9CE18A4C-68C3-4E97-A0CD-BEA78CB9776D}" dt="2026-08-24T13:58:44.961" v="435" actId="1076"/>
          <ac:spMkLst>
            <pc:docMk/>
            <pc:sldMk cId="1878047201" sldId="285"/>
            <ac:spMk id="3" creationId="{3DC48FA2-14EB-0B0E-2CB5-42D5FBAC79B8}"/>
          </ac:spMkLst>
        </pc:spChg>
        <pc:picChg chg="add mod">
          <ac:chgData name="Kayla Blincow" userId="ac6229071bdafc06" providerId="LiveId" clId="{9CE18A4C-68C3-4E97-A0CD-BEA78CB9776D}" dt="2026-08-25T15:19:29.182" v="2791" actId="1076"/>
          <ac:picMkLst>
            <pc:docMk/>
            <pc:sldMk cId="1878047201" sldId="285"/>
            <ac:picMk id="4" creationId="{0318D873-A643-87BA-06AE-C1B8487952F3}"/>
          </ac:picMkLst>
        </pc:picChg>
      </pc:sldChg>
      <pc:sldChg chg="addSp delSp modSp new mod modAnim">
        <pc:chgData name="Kayla Blincow" userId="ac6229071bdafc06" providerId="LiveId" clId="{9CE18A4C-68C3-4E97-A0CD-BEA78CB9776D}" dt="2026-08-24T14:06:19.999" v="791" actId="1076"/>
        <pc:sldMkLst>
          <pc:docMk/>
          <pc:sldMk cId="3268575765" sldId="286"/>
        </pc:sldMkLst>
        <pc:spChg chg="mod">
          <ac:chgData name="Kayla Blincow" userId="ac6229071bdafc06" providerId="LiveId" clId="{9CE18A4C-68C3-4E97-A0CD-BEA78CB9776D}" dt="2026-08-24T14:01:47.679" v="515" actId="20577"/>
          <ac:spMkLst>
            <pc:docMk/>
            <pc:sldMk cId="3268575765" sldId="286"/>
            <ac:spMk id="2" creationId="{2C74E2BC-CF52-E26E-E3CB-806F6D08FE0F}"/>
          </ac:spMkLst>
        </pc:spChg>
        <pc:spChg chg="add mod">
          <ac:chgData name="Kayla Blincow" userId="ac6229071bdafc06" providerId="LiveId" clId="{9CE18A4C-68C3-4E97-A0CD-BEA78CB9776D}" dt="2026-08-24T14:06:19.999" v="791" actId="1076"/>
          <ac:spMkLst>
            <pc:docMk/>
            <pc:sldMk cId="3268575765" sldId="286"/>
            <ac:spMk id="7" creationId="{B7579479-6FC8-1792-639A-9A48D7B79FE3}"/>
          </ac:spMkLst>
        </pc:spChg>
        <pc:spChg chg="add mod">
          <ac:chgData name="Kayla Blincow" userId="ac6229071bdafc06" providerId="LiveId" clId="{9CE18A4C-68C3-4E97-A0CD-BEA78CB9776D}" dt="2026-08-24T14:05:53.096" v="786" actId="1076"/>
          <ac:spMkLst>
            <pc:docMk/>
            <pc:sldMk cId="3268575765" sldId="286"/>
            <ac:spMk id="8" creationId="{52A62603-C67D-80C4-10FB-217C8D0C8195}"/>
          </ac:spMkLst>
        </pc:spChg>
        <pc:spChg chg="add mod">
          <ac:chgData name="Kayla Blincow" userId="ac6229071bdafc06" providerId="LiveId" clId="{9CE18A4C-68C3-4E97-A0CD-BEA78CB9776D}" dt="2026-08-24T14:05:47.494" v="783" actId="1076"/>
          <ac:spMkLst>
            <pc:docMk/>
            <pc:sldMk cId="3268575765" sldId="286"/>
            <ac:spMk id="10" creationId="{756C9EDC-3E31-090B-FDFA-1953E6ABB96D}"/>
          </ac:spMkLst>
        </pc:spChg>
        <pc:picChg chg="add mod">
          <ac:chgData name="Kayla Blincow" userId="ac6229071bdafc06" providerId="LiveId" clId="{9CE18A4C-68C3-4E97-A0CD-BEA78CB9776D}" dt="2026-08-24T14:05:44.720" v="782" actId="1076"/>
          <ac:picMkLst>
            <pc:docMk/>
            <pc:sldMk cId="3268575765" sldId="286"/>
            <ac:picMk id="4" creationId="{B7AA2554-F96E-D1A3-01B2-015DA6F32013}"/>
          </ac:picMkLst>
        </pc:picChg>
        <pc:picChg chg="add mod">
          <ac:chgData name="Kayla Blincow" userId="ac6229071bdafc06" providerId="LiveId" clId="{9CE18A4C-68C3-4E97-A0CD-BEA78CB9776D}" dt="2026-08-24T14:05:50.206" v="785" actId="1076"/>
          <ac:picMkLst>
            <pc:docMk/>
            <pc:sldMk cId="3268575765" sldId="286"/>
            <ac:picMk id="6" creationId="{F1BB9FAD-3593-C6FC-9530-D06C054BA403}"/>
          </ac:picMkLst>
        </pc:picChg>
      </pc:sldChg>
      <pc:sldChg chg="addSp delSp modSp add mod delAnim modAnim">
        <pc:chgData name="Kayla Blincow" userId="ac6229071bdafc06" providerId="LiveId" clId="{9CE18A4C-68C3-4E97-A0CD-BEA78CB9776D}" dt="2026-08-24T14:07:42.617" v="960"/>
        <pc:sldMkLst>
          <pc:docMk/>
          <pc:sldMk cId="3653969362" sldId="287"/>
        </pc:sldMkLst>
        <pc:spChg chg="add">
          <ac:chgData name="Kayla Blincow" userId="ac6229071bdafc06" providerId="LiveId" clId="{9CE18A4C-68C3-4E97-A0CD-BEA78CB9776D}" dt="2026-08-24T14:06:23.295" v="793" actId="22"/>
          <ac:spMkLst>
            <pc:docMk/>
            <pc:sldMk cId="3653969362" sldId="287"/>
            <ac:spMk id="5" creationId="{CBF92AD3-3CAA-DA5F-F999-A524A9CEEE80}"/>
          </ac:spMkLst>
        </pc:spChg>
        <pc:spChg chg="mod">
          <ac:chgData name="Kayla Blincow" userId="ac6229071bdafc06" providerId="LiveId" clId="{9CE18A4C-68C3-4E97-A0CD-BEA78CB9776D}" dt="2026-08-24T14:07:35.866" v="959" actId="20577"/>
          <ac:spMkLst>
            <pc:docMk/>
            <pc:sldMk cId="3653969362" sldId="287"/>
            <ac:spMk id="10" creationId="{D89218B2-FF73-9791-7D90-38E7CB529F71}"/>
          </ac:spMkLst>
        </pc:spChg>
      </pc:sldChg>
      <pc:sldChg chg="addSp modSp add mod">
        <pc:chgData name="Kayla Blincow" userId="ac6229071bdafc06" providerId="LiveId" clId="{9CE18A4C-68C3-4E97-A0CD-BEA78CB9776D}" dt="2026-08-24T14:08:52.594" v="1024" actId="1076"/>
        <pc:sldMkLst>
          <pc:docMk/>
          <pc:sldMk cId="2080655534" sldId="288"/>
        </pc:sldMkLst>
        <pc:spChg chg="add mod">
          <ac:chgData name="Kayla Blincow" userId="ac6229071bdafc06" providerId="LiveId" clId="{9CE18A4C-68C3-4E97-A0CD-BEA78CB9776D}" dt="2026-08-24T14:08:52.594" v="1024" actId="1076"/>
          <ac:spMkLst>
            <pc:docMk/>
            <pc:sldMk cId="2080655534" sldId="288"/>
            <ac:spMk id="3" creationId="{DA01435D-E3D9-FF62-4B38-6F687E32AE2D}"/>
          </ac:spMkLst>
        </pc:spChg>
        <pc:spChg chg="mod">
          <ac:chgData name="Kayla Blincow" userId="ac6229071bdafc06" providerId="LiveId" clId="{9CE18A4C-68C3-4E97-A0CD-BEA78CB9776D}" dt="2026-08-24T14:08:09.587" v="963" actId="207"/>
          <ac:spMkLst>
            <pc:docMk/>
            <pc:sldMk cId="2080655534" sldId="288"/>
            <ac:spMk id="10" creationId="{9C063A98-54B5-7D1F-4676-C81959A7A603}"/>
          </ac:spMkLst>
        </pc:spChg>
      </pc:sldChg>
      <pc:sldChg chg="addSp delSp modSp new mod modAnim">
        <pc:chgData name="Kayla Blincow" userId="ac6229071bdafc06" providerId="LiveId" clId="{9CE18A4C-68C3-4E97-A0CD-BEA78CB9776D}" dt="2026-08-24T14:17:45.370" v="1575"/>
        <pc:sldMkLst>
          <pc:docMk/>
          <pc:sldMk cId="4016678412" sldId="289"/>
        </pc:sldMkLst>
        <pc:spChg chg="mod">
          <ac:chgData name="Kayla Blincow" userId="ac6229071bdafc06" providerId="LiveId" clId="{9CE18A4C-68C3-4E97-A0CD-BEA78CB9776D}" dt="2026-08-24T14:09:41.750" v="1092" actId="1076"/>
          <ac:spMkLst>
            <pc:docMk/>
            <pc:sldMk cId="4016678412" sldId="289"/>
            <ac:spMk id="2" creationId="{471D31DD-6318-2934-CA6C-F7CEF15805DD}"/>
          </ac:spMkLst>
        </pc:spChg>
        <pc:spChg chg="add del mod">
          <ac:chgData name="Kayla Blincow" userId="ac6229071bdafc06" providerId="LiveId" clId="{9CE18A4C-68C3-4E97-A0CD-BEA78CB9776D}" dt="2026-08-24T14:12:28.784" v="1574" actId="20577"/>
          <ac:spMkLst>
            <pc:docMk/>
            <pc:sldMk cId="4016678412" sldId="289"/>
            <ac:spMk id="3" creationId="{7F756EC3-4138-259E-9FF5-039DD886BA32}"/>
          </ac:spMkLst>
        </pc:spChg>
      </pc:sldChg>
      <pc:sldChg chg="delSp modSp new mod">
        <pc:chgData name="Kayla Blincow" userId="ac6229071bdafc06" providerId="LiveId" clId="{9CE18A4C-68C3-4E97-A0CD-BEA78CB9776D}" dt="2026-08-24T14:18:33.318" v="1597" actId="1076"/>
        <pc:sldMkLst>
          <pc:docMk/>
          <pc:sldMk cId="3982844915" sldId="290"/>
        </pc:sldMkLst>
        <pc:spChg chg="mod">
          <ac:chgData name="Kayla Blincow" userId="ac6229071bdafc06" providerId="LiveId" clId="{9CE18A4C-68C3-4E97-A0CD-BEA78CB9776D}" dt="2026-08-24T14:18:33.318" v="1597" actId="1076"/>
          <ac:spMkLst>
            <pc:docMk/>
            <pc:sldMk cId="3982844915" sldId="290"/>
            <ac:spMk id="2" creationId="{1389B0FB-717F-BA70-38B2-23EC749A4BDE}"/>
          </ac:spMkLst>
        </pc:spChg>
      </pc:sldChg>
      <pc:sldChg chg="addSp delSp modSp new mod">
        <pc:chgData name="Kayla Blincow" userId="ac6229071bdafc06" providerId="LiveId" clId="{9CE18A4C-68C3-4E97-A0CD-BEA78CB9776D}" dt="2026-08-24T14:42:11.149" v="2783" actId="478"/>
        <pc:sldMkLst>
          <pc:docMk/>
          <pc:sldMk cId="166070374" sldId="291"/>
        </pc:sldMkLst>
        <pc:spChg chg="mod">
          <ac:chgData name="Kayla Blincow" userId="ac6229071bdafc06" providerId="LiveId" clId="{9CE18A4C-68C3-4E97-A0CD-BEA78CB9776D}" dt="2026-08-24T14:19:21.236" v="1661" actId="20577"/>
          <ac:spMkLst>
            <pc:docMk/>
            <pc:sldMk cId="166070374" sldId="291"/>
            <ac:spMk id="2" creationId="{40A7304D-DBAD-1993-DD35-592A029916E0}"/>
          </ac:spMkLst>
        </pc:spChg>
        <pc:picChg chg="add mod">
          <ac:chgData name="Kayla Blincow" userId="ac6229071bdafc06" providerId="LiveId" clId="{9CE18A4C-68C3-4E97-A0CD-BEA78CB9776D}" dt="2026-08-24T14:42:08.804" v="2782" actId="1076"/>
          <ac:picMkLst>
            <pc:docMk/>
            <pc:sldMk cId="166070374" sldId="291"/>
            <ac:picMk id="6" creationId="{276E361C-9B0A-A1B9-56D5-4B7C73EDBC89}"/>
          </ac:picMkLst>
        </pc:picChg>
      </pc:sldChg>
      <pc:sldChg chg="addSp delSp modSp add mod modNotesTx">
        <pc:chgData name="Kayla Blincow" userId="ac6229071bdafc06" providerId="LiveId" clId="{9CE18A4C-68C3-4E97-A0CD-BEA78CB9776D}" dt="2026-08-24T14:22:31.124" v="2223" actId="20577"/>
        <pc:sldMkLst>
          <pc:docMk/>
          <pc:sldMk cId="3351321447" sldId="292"/>
        </pc:sldMkLst>
        <pc:picChg chg="add mod">
          <ac:chgData name="Kayla Blincow" userId="ac6229071bdafc06" providerId="LiveId" clId="{9CE18A4C-68C3-4E97-A0CD-BEA78CB9776D}" dt="2026-08-24T14:20:55.160" v="1708" actId="1076"/>
          <ac:picMkLst>
            <pc:docMk/>
            <pc:sldMk cId="3351321447" sldId="292"/>
            <ac:picMk id="4" creationId="{E076EC60-5FAD-2F5F-9FED-4B4C8A70F968}"/>
          </ac:picMkLst>
        </pc:picChg>
        <pc:picChg chg="add mod">
          <ac:chgData name="Kayla Blincow" userId="ac6229071bdafc06" providerId="LiveId" clId="{9CE18A4C-68C3-4E97-A0CD-BEA78CB9776D}" dt="2026-08-24T14:20:49.911" v="1707" actId="1076"/>
          <ac:picMkLst>
            <pc:docMk/>
            <pc:sldMk cId="3351321447" sldId="292"/>
            <ac:picMk id="7" creationId="{27749FB8-E700-456B-2D55-2E28B76F18C6}"/>
          </ac:picMkLst>
        </pc:picChg>
      </pc:sldChg>
      <pc:sldChg chg="addSp delSp modSp add mod">
        <pc:chgData name="Kayla Blincow" userId="ac6229071bdafc06" providerId="LiveId" clId="{9CE18A4C-68C3-4E97-A0CD-BEA78CB9776D}" dt="2026-08-24T14:27:00.001" v="2329" actId="167"/>
        <pc:sldMkLst>
          <pc:docMk/>
          <pc:sldMk cId="144499914" sldId="293"/>
        </pc:sldMkLst>
        <pc:spChg chg="add mod">
          <ac:chgData name="Kayla Blincow" userId="ac6229071bdafc06" providerId="LiveId" clId="{9CE18A4C-68C3-4E97-A0CD-BEA78CB9776D}" dt="2026-08-24T14:24:52.555" v="2295" actId="20577"/>
          <ac:spMkLst>
            <pc:docMk/>
            <pc:sldMk cId="144499914" sldId="293"/>
            <ac:spMk id="5" creationId="{BE8B7514-8778-A765-D2E0-E0127AD17A3F}"/>
          </ac:spMkLst>
        </pc:spChg>
        <pc:spChg chg="add mod">
          <ac:chgData name="Kayla Blincow" userId="ac6229071bdafc06" providerId="LiveId" clId="{9CE18A4C-68C3-4E97-A0CD-BEA78CB9776D}" dt="2026-08-24T14:25:11.253" v="2315" actId="20577"/>
          <ac:spMkLst>
            <pc:docMk/>
            <pc:sldMk cId="144499914" sldId="293"/>
            <ac:spMk id="8" creationId="{FB575678-1672-C471-5791-E77475893182}"/>
          </ac:spMkLst>
        </pc:spChg>
        <pc:picChg chg="add mod ord">
          <ac:chgData name="Kayla Blincow" userId="ac6229071bdafc06" providerId="LiveId" clId="{9CE18A4C-68C3-4E97-A0CD-BEA78CB9776D}" dt="2026-08-24T14:26:21.977" v="2322" actId="167"/>
          <ac:picMkLst>
            <pc:docMk/>
            <pc:sldMk cId="144499914" sldId="293"/>
            <ac:picMk id="10" creationId="{715E377F-3E8A-ABCC-7155-717BD906CF24}"/>
          </ac:picMkLst>
        </pc:picChg>
        <pc:picChg chg="add mod ord">
          <ac:chgData name="Kayla Blincow" userId="ac6229071bdafc06" providerId="LiveId" clId="{9CE18A4C-68C3-4E97-A0CD-BEA78CB9776D}" dt="2026-08-24T14:27:00.001" v="2329" actId="167"/>
          <ac:picMkLst>
            <pc:docMk/>
            <pc:sldMk cId="144499914" sldId="293"/>
            <ac:picMk id="12" creationId="{F5E87B1D-32F2-8EDE-A5CF-2F9C98155012}"/>
          </ac:picMkLst>
        </pc:picChg>
      </pc:sldChg>
      <pc:sldChg chg="delSp modSp new mod">
        <pc:chgData name="Kayla Blincow" userId="ac6229071bdafc06" providerId="LiveId" clId="{9CE18A4C-68C3-4E97-A0CD-BEA78CB9776D}" dt="2026-08-24T14:40:59.402" v="2777" actId="20577"/>
        <pc:sldMkLst>
          <pc:docMk/>
          <pc:sldMk cId="716144979" sldId="294"/>
        </pc:sldMkLst>
        <pc:spChg chg="mod">
          <ac:chgData name="Kayla Blincow" userId="ac6229071bdafc06" providerId="LiveId" clId="{9CE18A4C-68C3-4E97-A0CD-BEA78CB9776D}" dt="2026-08-24T14:40:59.402" v="2777" actId="20577"/>
          <ac:spMkLst>
            <pc:docMk/>
            <pc:sldMk cId="716144979" sldId="294"/>
            <ac:spMk id="2" creationId="{6FBA7082-2344-CE13-9C16-AAE8C59D0352}"/>
          </ac:spMkLst>
        </pc:spChg>
      </pc:sldChg>
      <pc:sldChg chg="addSp modSp new mod">
        <pc:chgData name="Kayla Blincow" userId="ac6229071bdafc06" providerId="LiveId" clId="{9CE18A4C-68C3-4E97-A0CD-BEA78CB9776D}" dt="2026-08-24T14:44:12.911" v="2789" actId="1076"/>
        <pc:sldMkLst>
          <pc:docMk/>
          <pc:sldMk cId="1955093603" sldId="295"/>
        </pc:sldMkLst>
        <pc:spChg chg="mod">
          <ac:chgData name="Kayla Blincow" userId="ac6229071bdafc06" providerId="LiveId" clId="{9CE18A4C-68C3-4E97-A0CD-BEA78CB9776D}" dt="2026-08-24T14:27:39.140" v="2401" actId="20577"/>
          <ac:spMkLst>
            <pc:docMk/>
            <pc:sldMk cId="1955093603" sldId="295"/>
            <ac:spMk id="2" creationId="{F8CEB78D-913C-57C5-0D4E-AF3E8470AB65}"/>
          </ac:spMkLst>
        </pc:spChg>
        <pc:spChg chg="mod">
          <ac:chgData name="Kayla Blincow" userId="ac6229071bdafc06" providerId="LiveId" clId="{9CE18A4C-68C3-4E97-A0CD-BEA78CB9776D}" dt="2026-08-24T14:31:17.287" v="2712" actId="20577"/>
          <ac:spMkLst>
            <pc:docMk/>
            <pc:sldMk cId="1955093603" sldId="295"/>
            <ac:spMk id="3" creationId="{EF75BA54-E020-E929-D46F-7B901E2CF9CF}"/>
          </ac:spMkLst>
        </pc:spChg>
        <pc:picChg chg="add mod">
          <ac:chgData name="Kayla Blincow" userId="ac6229071bdafc06" providerId="LiveId" clId="{9CE18A4C-68C3-4E97-A0CD-BEA78CB9776D}" dt="2026-08-24T14:44:12.911" v="2789" actId="1076"/>
          <ac:picMkLst>
            <pc:docMk/>
            <pc:sldMk cId="1955093603" sldId="295"/>
            <ac:picMk id="4" creationId="{F7049C2F-A84E-1ACA-1538-3B1544407C17}"/>
          </ac:picMkLst>
        </pc:picChg>
      </pc:sldChg>
      <pc:sldChg chg="modSp new mod">
        <pc:chgData name="Kayla Blincow" userId="ac6229071bdafc06" providerId="LiveId" clId="{9CE18A4C-68C3-4E97-A0CD-BEA78CB9776D}" dt="2026-08-24T14:34:33.044" v="2737"/>
        <pc:sldMkLst>
          <pc:docMk/>
          <pc:sldMk cId="4043997783" sldId="296"/>
        </pc:sldMkLst>
        <pc:spChg chg="mod">
          <ac:chgData name="Kayla Blincow" userId="ac6229071bdafc06" providerId="LiveId" clId="{9CE18A4C-68C3-4E97-A0CD-BEA78CB9776D}" dt="2026-08-24T14:32:39.748" v="2733" actId="20577"/>
          <ac:spMkLst>
            <pc:docMk/>
            <pc:sldMk cId="4043997783" sldId="296"/>
            <ac:spMk id="2" creationId="{EFB05000-8765-617D-DA17-C1CC088E8DF6}"/>
          </ac:spMkLst>
        </pc:spChg>
        <pc:spChg chg="mod">
          <ac:chgData name="Kayla Blincow" userId="ac6229071bdafc06" providerId="LiveId" clId="{9CE18A4C-68C3-4E97-A0CD-BEA78CB9776D}" dt="2026-08-24T14:34:33.044" v="2737"/>
          <ac:spMkLst>
            <pc:docMk/>
            <pc:sldMk cId="4043997783" sldId="296"/>
            <ac:spMk id="3" creationId="{DBBE3D40-01F5-8126-8A55-CC021A2466FE}"/>
          </ac:spMkLst>
        </pc:spChg>
      </pc:sldChg>
      <pc:sldChg chg="addSp delSp modSp new mod">
        <pc:chgData name="Kayla Blincow" userId="ac6229071bdafc06" providerId="LiveId" clId="{9CE18A4C-68C3-4E97-A0CD-BEA78CB9776D}" dt="2026-08-25T15:40:23.935" v="2856" actId="20577"/>
        <pc:sldMkLst>
          <pc:docMk/>
          <pc:sldMk cId="3657074532" sldId="297"/>
        </pc:sldMkLst>
        <pc:spChg chg="mod">
          <ac:chgData name="Kayla Blincow" userId="ac6229071bdafc06" providerId="LiveId" clId="{9CE18A4C-68C3-4E97-A0CD-BEA78CB9776D}" dt="2026-08-25T15:31:18.719" v="2840" actId="5793"/>
          <ac:spMkLst>
            <pc:docMk/>
            <pc:sldMk cId="3657074532" sldId="297"/>
            <ac:spMk id="2" creationId="{D7BB8CD2-6489-69B7-14F4-DA10209574DB}"/>
          </ac:spMkLst>
        </pc:spChg>
        <pc:spChg chg="del">
          <ac:chgData name="Kayla Blincow" userId="ac6229071bdafc06" providerId="LiveId" clId="{9CE18A4C-68C3-4E97-A0CD-BEA78CB9776D}" dt="2026-08-25T15:39:54.779" v="2843" actId="478"/>
          <ac:spMkLst>
            <pc:docMk/>
            <pc:sldMk cId="3657074532" sldId="297"/>
            <ac:spMk id="3" creationId="{6E676A40-DEAF-E6E7-94DD-338E9BC9F978}"/>
          </ac:spMkLst>
        </pc:spChg>
        <pc:spChg chg="add mod">
          <ac:chgData name="Kayla Blincow" userId="ac6229071bdafc06" providerId="LiveId" clId="{9CE18A4C-68C3-4E97-A0CD-BEA78CB9776D}" dt="2026-08-25T15:40:23.935" v="2856" actId="20577"/>
          <ac:spMkLst>
            <pc:docMk/>
            <pc:sldMk cId="3657074532" sldId="297"/>
            <ac:spMk id="6" creationId="{E2C58117-E28F-F76B-F72D-24E56F9BF6D2}"/>
          </ac:spMkLst>
        </pc:spChg>
      </pc:sldChg>
      <pc:sldChg chg="modSp add mod">
        <pc:chgData name="Kayla Blincow" userId="ac6229071bdafc06" providerId="LiveId" clId="{9CE18A4C-68C3-4E97-A0CD-BEA78CB9776D}" dt="2026-08-25T15:40:04.826" v="2846" actId="20577"/>
        <pc:sldMkLst>
          <pc:docMk/>
          <pc:sldMk cId="2423801039" sldId="399"/>
        </pc:sldMkLst>
        <pc:spChg chg="mod">
          <ac:chgData name="Kayla Blincow" userId="ac6229071bdafc06" providerId="LiveId" clId="{9CE18A4C-68C3-4E97-A0CD-BEA78CB9776D}" dt="2026-08-25T15:40:04.826" v="2846" actId="20577"/>
          <ac:spMkLst>
            <pc:docMk/>
            <pc:sldMk cId="2423801039" sldId="399"/>
            <ac:spMk id="2" creationId="{377DCE9B-4B73-C2EF-CCEF-11BD382CF0FD}"/>
          </ac:spMkLst>
        </pc:spChg>
      </pc:sldChg>
      <pc:sldChg chg="addSp delSp modSp new mod">
        <pc:chgData name="Kayla Blincow" userId="ac6229071bdafc06" providerId="LiveId" clId="{9CE18A4C-68C3-4E97-A0CD-BEA78CB9776D}" dt="2026-08-25T15:45:02.291" v="2892" actId="1076"/>
        <pc:sldMkLst>
          <pc:docMk/>
          <pc:sldMk cId="354841894" sldId="400"/>
        </pc:sldMkLst>
        <pc:spChg chg="mod">
          <ac:chgData name="Kayla Blincow" userId="ac6229071bdafc06" providerId="LiveId" clId="{9CE18A4C-68C3-4E97-A0CD-BEA78CB9776D}" dt="2026-08-25T15:44:00.321" v="2882" actId="20577"/>
          <ac:spMkLst>
            <pc:docMk/>
            <pc:sldMk cId="354841894" sldId="400"/>
            <ac:spMk id="2" creationId="{0DCFD928-1053-F1FE-A5C3-03CC4A481317}"/>
          </ac:spMkLst>
        </pc:spChg>
        <pc:spChg chg="add del">
          <ac:chgData name="Kayla Blincow" userId="ac6229071bdafc06" providerId="LiveId" clId="{9CE18A4C-68C3-4E97-A0CD-BEA78CB9776D}" dt="2026-08-25T15:44:51.106" v="2887" actId="478"/>
          <ac:spMkLst>
            <pc:docMk/>
            <pc:sldMk cId="354841894" sldId="400"/>
            <ac:spMk id="3" creationId="{31C57CD6-9536-24F9-8AD7-F6D0D94E22F5}"/>
          </ac:spMkLst>
        </pc:spChg>
        <pc:spChg chg="add del">
          <ac:chgData name="Kayla Blincow" userId="ac6229071bdafc06" providerId="LiveId" clId="{9CE18A4C-68C3-4E97-A0CD-BEA78CB9776D}" dt="2026-08-25T15:44:13.498" v="2886" actId="478"/>
          <ac:spMkLst>
            <pc:docMk/>
            <pc:sldMk cId="354841894" sldId="400"/>
            <ac:spMk id="6" creationId="{F42E2A8B-1195-A1C8-B7BD-230FBB635DEB}"/>
          </ac:spMkLst>
        </pc:spChg>
        <pc:graphicFrameChg chg="add mod">
          <ac:chgData name="Kayla Blincow" userId="ac6229071bdafc06" providerId="LiveId" clId="{9CE18A4C-68C3-4E97-A0CD-BEA78CB9776D}" dt="2026-08-25T15:44:10.052" v="2885"/>
          <ac:graphicFrameMkLst>
            <pc:docMk/>
            <pc:sldMk cId="354841894" sldId="400"/>
            <ac:graphicFrameMk id="4" creationId="{B3511A93-4FF7-EA25-5608-564D09F1AF14}"/>
          </ac:graphicFrameMkLst>
        </pc:graphicFrameChg>
        <pc:picChg chg="add mod">
          <ac:chgData name="Kayla Blincow" userId="ac6229071bdafc06" providerId="LiveId" clId="{9CE18A4C-68C3-4E97-A0CD-BEA78CB9776D}" dt="2026-08-25T15:45:02.291" v="2892" actId="1076"/>
          <ac:picMkLst>
            <pc:docMk/>
            <pc:sldMk cId="354841894" sldId="400"/>
            <ac:picMk id="8" creationId="{C17FB3D8-FB0A-6581-F78B-95CEB87F8B70}"/>
          </ac:picMkLst>
        </pc:picChg>
        <pc:picChg chg="add">
          <ac:chgData name="Kayla Blincow" userId="ac6229071bdafc06" providerId="LiveId" clId="{9CE18A4C-68C3-4E97-A0CD-BEA78CB9776D}" dt="2026-08-25T15:45:00.085" v="2891" actId="22"/>
          <ac:picMkLst>
            <pc:docMk/>
            <pc:sldMk cId="354841894" sldId="400"/>
            <ac:picMk id="10" creationId="{35DE8B58-D871-623B-3C08-1B506FED0D24}"/>
          </ac:picMkLst>
        </pc:picChg>
      </pc:sldChg>
      <pc:sldChg chg="addSp delSp modSp new mod">
        <pc:chgData name="Kayla Blincow" userId="ac6229071bdafc06" providerId="LiveId" clId="{9CE18A4C-68C3-4E97-A0CD-BEA78CB9776D}" dt="2026-08-25T16:23:59.064" v="2898" actId="478"/>
        <pc:sldMkLst>
          <pc:docMk/>
          <pc:sldMk cId="3813715369" sldId="401"/>
        </pc:sldMkLst>
        <pc:spChg chg="del">
          <ac:chgData name="Kayla Blincow" userId="ac6229071bdafc06" providerId="LiveId" clId="{9CE18A4C-68C3-4E97-A0CD-BEA78CB9776D}" dt="2026-08-25T16:23:57.698" v="2897" actId="478"/>
          <ac:spMkLst>
            <pc:docMk/>
            <pc:sldMk cId="3813715369" sldId="401"/>
            <ac:spMk id="2" creationId="{93C6F851-6C51-6F9D-BDFD-D73292B1BEF2}"/>
          </ac:spMkLst>
        </pc:spChg>
        <pc:spChg chg="del">
          <ac:chgData name="Kayla Blincow" userId="ac6229071bdafc06" providerId="LiveId" clId="{9CE18A4C-68C3-4E97-A0CD-BEA78CB9776D}" dt="2026-08-25T16:23:59.064" v="2898" actId="478"/>
          <ac:spMkLst>
            <pc:docMk/>
            <pc:sldMk cId="3813715369" sldId="401"/>
            <ac:spMk id="3" creationId="{58F035C4-1A59-4B7C-3592-96F18B19688E}"/>
          </ac:spMkLst>
        </pc:spChg>
        <pc:picChg chg="add mod">
          <ac:chgData name="Kayla Blincow" userId="ac6229071bdafc06" providerId="LiveId" clId="{9CE18A4C-68C3-4E97-A0CD-BEA78CB9776D}" dt="2026-08-25T16:23:54.899" v="2896" actId="1076"/>
          <ac:picMkLst>
            <pc:docMk/>
            <pc:sldMk cId="3813715369" sldId="401"/>
            <ac:picMk id="4" creationId="{A1FE69D6-D6FA-CC78-423A-966B37891B1E}"/>
          </ac:picMkLst>
        </pc:picChg>
      </pc:sldChg>
      <pc:sldChg chg="add">
        <pc:chgData name="Kayla Blincow" userId="ac6229071bdafc06" providerId="LiveId" clId="{9CE18A4C-68C3-4E97-A0CD-BEA78CB9776D}" dt="2026-08-25T16:31:18.738" v="2899"/>
        <pc:sldMkLst>
          <pc:docMk/>
          <pc:sldMk cId="3346129445" sldId="402"/>
        </pc:sldMkLst>
      </pc:sldChg>
      <pc:sldChg chg="addSp delSp modSp add del mod">
        <pc:chgData name="Kayla Blincow" userId="ac6229071bdafc06" providerId="LiveId" clId="{9CE18A4C-68C3-4E97-A0CD-BEA78CB9776D}" dt="2026-08-25T15:40:00.415" v="2845" actId="47"/>
        <pc:sldMkLst>
          <pc:docMk/>
          <pc:sldMk cId="1693618657" sldId="440"/>
        </pc:sldMkLst>
        <pc:spChg chg="add mod">
          <ac:chgData name="Kayla Blincow" userId="ac6229071bdafc06" providerId="LiveId" clId="{9CE18A4C-68C3-4E97-A0CD-BEA78CB9776D}" dt="2026-08-25T15:39:51.925" v="2842" actId="21"/>
          <ac:spMkLst>
            <pc:docMk/>
            <pc:sldMk cId="1693618657" sldId="440"/>
            <ac:spMk id="4" creationId="{4A4F25C3-A498-A5C8-05FC-1225D3873BC1}"/>
          </ac:spMkLst>
        </pc:spChg>
        <pc:spChg chg="del">
          <ac:chgData name="Kayla Blincow" userId="ac6229071bdafc06" providerId="LiveId" clId="{9CE18A4C-68C3-4E97-A0CD-BEA78CB9776D}" dt="2026-08-25T15:39:51.925" v="2842" actId="21"/>
          <ac:spMkLst>
            <pc:docMk/>
            <pc:sldMk cId="1693618657" sldId="440"/>
            <ac:spMk id="6" creationId="{E2C58117-E28F-F76B-F72D-24E56F9BF6D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AC65F-9207-41AE-8C53-46E5EA7B4DDF}"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2F4B8-4792-4BBE-9010-0D4D9882B9B9}" type="slidenum">
              <a:rPr lang="en-US" smtClean="0"/>
              <a:t>‹#›</a:t>
            </a:fld>
            <a:endParaRPr lang="en-US"/>
          </a:p>
        </p:txBody>
      </p:sp>
    </p:spTree>
    <p:extLst>
      <p:ext uri="{BB962C8B-B14F-4D97-AF65-F5344CB8AC3E}">
        <p14:creationId xmlns:p14="http://schemas.microsoft.com/office/powerpoint/2010/main" val="150663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1</a:t>
            </a:fld>
            <a:endParaRPr lang="en-US"/>
          </a:p>
        </p:txBody>
      </p:sp>
    </p:spTree>
    <p:extLst>
      <p:ext uri="{BB962C8B-B14F-4D97-AF65-F5344CB8AC3E}">
        <p14:creationId xmlns:p14="http://schemas.microsoft.com/office/powerpoint/2010/main" val="3643247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4</a:t>
            </a:fld>
            <a:endParaRPr lang="en-US"/>
          </a:p>
        </p:txBody>
      </p:sp>
    </p:spTree>
    <p:extLst>
      <p:ext uri="{BB962C8B-B14F-4D97-AF65-F5344CB8AC3E}">
        <p14:creationId xmlns:p14="http://schemas.microsoft.com/office/powerpoint/2010/main" val="1931312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3FA20-3CB6-462E-42C2-6670D3CF1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61C19-63CE-814E-3FD3-CA5C9A73B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86B83-1606-4531-E303-81702F69B5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5DA233-6DE3-7449-2BC8-370A7416E620}"/>
              </a:ext>
            </a:extLst>
          </p:cNvPr>
          <p:cNvSpPr>
            <a:spLocks noGrp="1"/>
          </p:cNvSpPr>
          <p:nvPr>
            <p:ph type="sldNum" sz="quarter" idx="5"/>
          </p:nvPr>
        </p:nvSpPr>
        <p:spPr/>
        <p:txBody>
          <a:bodyPr/>
          <a:lstStyle/>
          <a:p>
            <a:fld id="{B532F4B8-4792-4BBE-9010-0D4D9882B9B9}" type="slidenum">
              <a:rPr lang="en-US" smtClean="0"/>
              <a:t>5</a:t>
            </a:fld>
            <a:endParaRPr lang="en-US"/>
          </a:p>
        </p:txBody>
      </p:sp>
    </p:spTree>
    <p:extLst>
      <p:ext uri="{BB962C8B-B14F-4D97-AF65-F5344CB8AC3E}">
        <p14:creationId xmlns:p14="http://schemas.microsoft.com/office/powerpoint/2010/main" val="1059711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695FE-B0B0-D65C-3E61-D6DC8CF80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CCDC1-49F4-7D35-9DB6-3BBB021EC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05C93-EFF4-34C0-0E47-05B2F7C48C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FE8614-7E35-4829-BA10-3B47C776B09F}"/>
              </a:ext>
            </a:extLst>
          </p:cNvPr>
          <p:cNvSpPr>
            <a:spLocks noGrp="1"/>
          </p:cNvSpPr>
          <p:nvPr>
            <p:ph type="sldNum" sz="quarter" idx="5"/>
          </p:nvPr>
        </p:nvSpPr>
        <p:spPr/>
        <p:txBody>
          <a:bodyPr/>
          <a:lstStyle/>
          <a:p>
            <a:fld id="{B532F4B8-4792-4BBE-9010-0D4D9882B9B9}" type="slidenum">
              <a:rPr lang="en-US" smtClean="0"/>
              <a:t>6</a:t>
            </a:fld>
            <a:endParaRPr lang="en-US"/>
          </a:p>
        </p:txBody>
      </p:sp>
    </p:spTree>
    <p:extLst>
      <p:ext uri="{BB962C8B-B14F-4D97-AF65-F5344CB8AC3E}">
        <p14:creationId xmlns:p14="http://schemas.microsoft.com/office/powerpoint/2010/main" val="312974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we made these</a:t>
            </a:r>
          </a:p>
          <a:p>
            <a:r>
              <a:rPr lang="en-US" dirty="0"/>
              <a:t>Which is a better predictor of body mass, flipper length or bill length? Why?</a:t>
            </a:r>
          </a:p>
          <a:p>
            <a:r>
              <a:rPr lang="en-US" dirty="0"/>
              <a:t>Humans are really good at pattern recognition. Statistics allows us to assign numbers and quantify relationships that our brains are able to readily see. Because our brains intuitively detect patterns, you should ALWAYS </a:t>
            </a:r>
            <a:r>
              <a:rPr lang="en-US" dirty="0" err="1"/>
              <a:t>ALWAYS</a:t>
            </a:r>
            <a:r>
              <a:rPr lang="en-US" dirty="0"/>
              <a:t> </a:t>
            </a:r>
            <a:r>
              <a:rPr lang="en-US" dirty="0" err="1"/>
              <a:t>ALWAYS</a:t>
            </a:r>
            <a:r>
              <a:rPr lang="en-US" dirty="0"/>
              <a:t> start off by creating a visual to set up your expectation of what you think might happen with the numbers.</a:t>
            </a:r>
          </a:p>
        </p:txBody>
      </p:sp>
      <p:sp>
        <p:nvSpPr>
          <p:cNvPr id="4" name="Slide Number Placeholder 3"/>
          <p:cNvSpPr>
            <a:spLocks noGrp="1"/>
          </p:cNvSpPr>
          <p:nvPr>
            <p:ph type="sldNum" sz="quarter" idx="5"/>
          </p:nvPr>
        </p:nvSpPr>
        <p:spPr/>
        <p:txBody>
          <a:bodyPr/>
          <a:lstStyle/>
          <a:p>
            <a:fld id="{B532F4B8-4792-4BBE-9010-0D4D9882B9B9}" type="slidenum">
              <a:rPr lang="en-US" smtClean="0"/>
              <a:t>10</a:t>
            </a:fld>
            <a:endParaRPr lang="en-US"/>
          </a:p>
        </p:txBody>
      </p:sp>
    </p:spTree>
    <p:extLst>
      <p:ext uri="{BB962C8B-B14F-4D97-AF65-F5344CB8AC3E}">
        <p14:creationId xmlns:p14="http://schemas.microsoft.com/office/powerpoint/2010/main" val="343806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EBDD-0AD1-5684-9638-B5A05BC25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9B442-7FD6-B7EB-6D53-398353178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F58ED-81C5-C03D-E789-D2133AD9B884}"/>
              </a:ext>
            </a:extLst>
          </p:cNvPr>
          <p:cNvSpPr>
            <a:spLocks noGrp="1"/>
          </p:cNvSpPr>
          <p:nvPr>
            <p:ph type="body" idx="1"/>
          </p:nvPr>
        </p:nvSpPr>
        <p:spPr/>
        <p:txBody>
          <a:bodyPr/>
          <a:lstStyle/>
          <a:p>
            <a:r>
              <a:rPr lang="en-US" dirty="0"/>
              <a:t>Last week we made these</a:t>
            </a:r>
          </a:p>
          <a:p>
            <a:r>
              <a:rPr lang="en-US" dirty="0"/>
              <a:t>Which is a better predictor of body mass, flipper length or bill length? Why?</a:t>
            </a:r>
          </a:p>
          <a:p>
            <a:r>
              <a:rPr lang="en-US" dirty="0"/>
              <a:t>Humans are really good at pattern recognition. Statistics allows us to assign numbers and quantify relationships that our brains are able to readily see. Because our brains intuitively detect patterns, you should ALWAYS </a:t>
            </a:r>
            <a:r>
              <a:rPr lang="en-US" dirty="0" err="1"/>
              <a:t>ALWAYS</a:t>
            </a:r>
            <a:r>
              <a:rPr lang="en-US" dirty="0"/>
              <a:t> </a:t>
            </a:r>
            <a:r>
              <a:rPr lang="en-US" dirty="0" err="1"/>
              <a:t>ALWAYS</a:t>
            </a:r>
            <a:r>
              <a:rPr lang="en-US" dirty="0"/>
              <a:t> start off by creating a visual to set up your expectation of what you think might happen with the numbers.</a:t>
            </a:r>
          </a:p>
        </p:txBody>
      </p:sp>
      <p:sp>
        <p:nvSpPr>
          <p:cNvPr id="4" name="Slide Number Placeholder 3">
            <a:extLst>
              <a:ext uri="{FF2B5EF4-FFF2-40B4-BE49-F238E27FC236}">
                <a16:creationId xmlns:a16="http://schemas.microsoft.com/office/drawing/2014/main" id="{DBF28613-16A5-DA5E-2EC3-79FCD05F229E}"/>
              </a:ext>
            </a:extLst>
          </p:cNvPr>
          <p:cNvSpPr>
            <a:spLocks noGrp="1"/>
          </p:cNvSpPr>
          <p:nvPr>
            <p:ph type="sldNum" sz="quarter" idx="5"/>
          </p:nvPr>
        </p:nvSpPr>
        <p:spPr/>
        <p:txBody>
          <a:bodyPr/>
          <a:lstStyle/>
          <a:p>
            <a:fld id="{B532F4B8-4792-4BBE-9010-0D4D9882B9B9}" type="slidenum">
              <a:rPr lang="en-US" smtClean="0"/>
              <a:t>11</a:t>
            </a:fld>
            <a:endParaRPr lang="en-US"/>
          </a:p>
        </p:txBody>
      </p:sp>
    </p:spTree>
    <p:extLst>
      <p:ext uri="{BB962C8B-B14F-4D97-AF65-F5344CB8AC3E}">
        <p14:creationId xmlns:p14="http://schemas.microsoft.com/office/powerpoint/2010/main" val="1886993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16</a:t>
            </a:fld>
            <a:endParaRPr lang="en-US"/>
          </a:p>
        </p:txBody>
      </p:sp>
    </p:spTree>
    <p:extLst>
      <p:ext uri="{BB962C8B-B14F-4D97-AF65-F5344CB8AC3E}">
        <p14:creationId xmlns:p14="http://schemas.microsoft.com/office/powerpoint/2010/main" val="2211089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You’re responsible for keeping things organized</a:t>
            </a:r>
          </a:p>
        </p:txBody>
      </p:sp>
      <p:sp>
        <p:nvSpPr>
          <p:cNvPr id="4" name="Slide Number Placeholder 3"/>
          <p:cNvSpPr>
            <a:spLocks noGrp="1"/>
          </p:cNvSpPr>
          <p:nvPr>
            <p:ph type="sldNum" sz="quarter" idx="5"/>
          </p:nvPr>
        </p:nvSpPr>
        <p:spPr/>
        <p:txBody>
          <a:bodyPr/>
          <a:lstStyle/>
          <a:p>
            <a:fld id="{B532F4B8-4792-4BBE-9010-0D4D9882B9B9}" type="slidenum">
              <a:rPr lang="en-US" smtClean="0"/>
              <a:t>20</a:t>
            </a:fld>
            <a:endParaRPr lang="en-US"/>
          </a:p>
        </p:txBody>
      </p:sp>
    </p:spTree>
    <p:extLst>
      <p:ext uri="{BB962C8B-B14F-4D97-AF65-F5344CB8AC3E}">
        <p14:creationId xmlns:p14="http://schemas.microsoft.com/office/powerpoint/2010/main" val="2289645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8028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735777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A2DA7E-11E7-48AB-82F5-7068197A42C9}"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81338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A2DA7E-11E7-48AB-82F5-7068197A42C9}"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7812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A2DA7E-11E7-48AB-82F5-7068197A42C9}"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3029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A2DA7E-11E7-48AB-82F5-7068197A42C9}"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2054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A2DA7E-11E7-48AB-82F5-7068197A42C9}"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96574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829849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4025386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12330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2327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5A2DA7E-11E7-48AB-82F5-7068197A42C9}" type="datetimeFigureOut">
              <a:rPr lang="en-US" smtClean="0"/>
              <a:t>8/26/2026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CAC4879-753F-46D0-95EC-9736450DC13A}" type="slidenum">
              <a:rPr lang="en-US" smtClean="0"/>
              <a:t>‹#›</a:t>
            </a:fld>
            <a:endParaRPr lang="en-US"/>
          </a:p>
        </p:txBody>
      </p:sp>
    </p:spTree>
    <p:extLst>
      <p:ext uri="{BB962C8B-B14F-4D97-AF65-F5344CB8AC3E}">
        <p14:creationId xmlns:p14="http://schemas.microsoft.com/office/powerpoint/2010/main" val="38014444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r-graph-gallery.com/" TargetMode="External"/><Relationship Id="rId2" Type="http://schemas.openxmlformats.org/officeDocument/2006/relationships/hyperlink" Target="https://www.geckoboard.com/resources/data-visualization-tip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8A19-FA22-C682-4310-EEAA4459904E}"/>
              </a:ext>
            </a:extLst>
          </p:cNvPr>
          <p:cNvSpPr>
            <a:spLocks noGrp="1"/>
          </p:cNvSpPr>
          <p:nvPr>
            <p:ph type="ctrTitle"/>
          </p:nvPr>
        </p:nvSpPr>
        <p:spPr>
          <a:xfrm>
            <a:off x="4812630" y="1600200"/>
            <a:ext cx="5855368" cy="1801311"/>
          </a:xfrm>
        </p:spPr>
        <p:txBody>
          <a:bodyPr/>
          <a:lstStyle/>
          <a:p>
            <a:r>
              <a:rPr lang="en-US" dirty="0"/>
              <a:t>MES 503 Lab 2</a:t>
            </a:r>
          </a:p>
        </p:txBody>
      </p:sp>
      <p:sp>
        <p:nvSpPr>
          <p:cNvPr id="3" name="Subtitle 2">
            <a:extLst>
              <a:ext uri="{FF2B5EF4-FFF2-40B4-BE49-F238E27FC236}">
                <a16:creationId xmlns:a16="http://schemas.microsoft.com/office/drawing/2014/main" id="{F07B767E-3D5A-B7E7-2441-4EBD66E2A63F}"/>
              </a:ext>
            </a:extLst>
          </p:cNvPr>
          <p:cNvSpPr>
            <a:spLocks noGrp="1"/>
          </p:cNvSpPr>
          <p:nvPr>
            <p:ph type="subTitle" idx="1"/>
          </p:nvPr>
        </p:nvSpPr>
        <p:spPr>
          <a:xfrm>
            <a:off x="4812630" y="3602038"/>
            <a:ext cx="5855369" cy="1655762"/>
          </a:xfrm>
        </p:spPr>
        <p:txBody>
          <a:bodyPr/>
          <a:lstStyle/>
          <a:p>
            <a:r>
              <a:rPr lang="en-US" dirty="0"/>
              <a:t>Kayla Blincow, PhD</a:t>
            </a:r>
          </a:p>
        </p:txBody>
      </p:sp>
      <p:pic>
        <p:nvPicPr>
          <p:cNvPr id="4" name="Picture 2" descr="R Memes for Statistical Fiends on Twitter: &quot;More R memes created directly  in R with @thosjleeper package &quot;memes&quot; https://t.co/R6MNt7sSzV #rstats… &quot;">
            <a:extLst>
              <a:ext uri="{FF2B5EF4-FFF2-40B4-BE49-F238E27FC236}">
                <a16:creationId xmlns:a16="http://schemas.microsoft.com/office/drawing/2014/main" id="{4E2F905E-C631-73E1-AB39-F358E6C87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0443" y="1250651"/>
            <a:ext cx="3449053" cy="4356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68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9A48-B850-58D5-1576-8EEEB414F3D4}"/>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5EC916F8-2617-0B7F-D699-7AE508E9AD38}"/>
              </a:ext>
            </a:extLst>
          </p:cNvPr>
          <p:cNvSpPr>
            <a:spLocks noGrp="1"/>
          </p:cNvSpPr>
          <p:nvPr>
            <p:ph idx="1"/>
          </p:nvPr>
        </p:nvSpPr>
        <p:spPr/>
        <p:txBody>
          <a:bodyPr/>
          <a:lstStyle/>
          <a:p>
            <a:r>
              <a:rPr lang="en-US" dirty="0"/>
              <a:t>I misspoke on Monday about alpha and p values</a:t>
            </a:r>
          </a:p>
          <a:p>
            <a:r>
              <a:rPr lang="en-US" dirty="0"/>
              <a:t>Additional reading materials/resources are just FYI (not required)</a:t>
            </a:r>
          </a:p>
        </p:txBody>
      </p:sp>
    </p:spTree>
    <p:extLst>
      <p:ext uri="{BB962C8B-B14F-4D97-AF65-F5344CB8AC3E}">
        <p14:creationId xmlns:p14="http://schemas.microsoft.com/office/powerpoint/2010/main" val="949666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C8B2B-7B37-8B21-9919-3E3B79AA981E}"/>
              </a:ext>
            </a:extLst>
          </p:cNvPr>
          <p:cNvSpPr>
            <a:spLocks noGrp="1"/>
          </p:cNvSpPr>
          <p:nvPr>
            <p:ph type="title"/>
          </p:nvPr>
        </p:nvSpPr>
        <p:spPr/>
        <p:txBody>
          <a:bodyPr/>
          <a:lstStyle/>
          <a:p>
            <a:r>
              <a:rPr lang="en-US" dirty="0"/>
              <a:t>Organizing Ourselves</a:t>
            </a:r>
          </a:p>
        </p:txBody>
      </p:sp>
      <p:sp>
        <p:nvSpPr>
          <p:cNvPr id="3" name="Content Placeholder 2">
            <a:extLst>
              <a:ext uri="{FF2B5EF4-FFF2-40B4-BE49-F238E27FC236}">
                <a16:creationId xmlns:a16="http://schemas.microsoft.com/office/drawing/2014/main" id="{3DC48FA2-14EB-0B0E-2CB5-42D5FBAC79B8}"/>
              </a:ext>
            </a:extLst>
          </p:cNvPr>
          <p:cNvSpPr>
            <a:spLocks noGrp="1"/>
          </p:cNvSpPr>
          <p:nvPr>
            <p:ph idx="1"/>
          </p:nvPr>
        </p:nvSpPr>
        <p:spPr>
          <a:xfrm>
            <a:off x="566057" y="1836510"/>
            <a:ext cx="11527971" cy="4351338"/>
          </a:xfrm>
        </p:spPr>
        <p:txBody>
          <a:bodyPr/>
          <a:lstStyle/>
          <a:p>
            <a:r>
              <a:rPr lang="en-US" dirty="0"/>
              <a:t>File Structure</a:t>
            </a:r>
          </a:p>
          <a:p>
            <a:r>
              <a:rPr lang="en-US" dirty="0"/>
              <a:t>File Naming</a:t>
            </a:r>
          </a:p>
          <a:p>
            <a:r>
              <a:rPr lang="en-US" dirty="0"/>
              <a:t>Documentation/Comments</a:t>
            </a:r>
          </a:p>
          <a:p>
            <a:r>
              <a:rPr lang="en-US" dirty="0"/>
              <a:t>Why we must do this</a:t>
            </a:r>
          </a:p>
          <a:p>
            <a:pPr lvl="1"/>
            <a:r>
              <a:rPr lang="en-US" dirty="0"/>
              <a:t>Publishing things takes a long time</a:t>
            </a:r>
          </a:p>
          <a:p>
            <a:pPr marL="0" indent="0">
              <a:buNone/>
            </a:pPr>
            <a:endParaRPr lang="en-US" dirty="0"/>
          </a:p>
          <a:p>
            <a:pPr marL="0" indent="0">
              <a:buNone/>
            </a:pPr>
            <a:endParaRPr lang="en-US" dirty="0"/>
          </a:p>
          <a:p>
            <a:pPr marL="0" indent="0">
              <a:buNone/>
            </a:pPr>
            <a:r>
              <a:rPr lang="en-US" dirty="0"/>
              <a:t>GOAL: Future you should be grateful for past you (not angry with past you)</a:t>
            </a:r>
          </a:p>
          <a:p>
            <a:pPr lvl="1"/>
            <a:endParaRPr lang="en-US" dirty="0"/>
          </a:p>
        </p:txBody>
      </p:sp>
      <p:pic>
        <p:nvPicPr>
          <p:cNvPr id="4" name="Picture 3" descr="Very Demotivational - organization - Very Demotivational Posters - Start  Your Day Wrong - Demotivational Posters | Very Demotivational | Funny  Pictures | Funny Posters | Funny Meme - Cheezburger">
            <a:extLst>
              <a:ext uri="{FF2B5EF4-FFF2-40B4-BE49-F238E27FC236}">
                <a16:creationId xmlns:a16="http://schemas.microsoft.com/office/drawing/2014/main" id="{0318D873-A643-87BA-06AE-C1B8487952F3}"/>
              </a:ext>
            </a:extLst>
          </p:cNvPr>
          <p:cNvPicPr>
            <a:picLocks noChangeAspect="1"/>
          </p:cNvPicPr>
          <p:nvPr/>
        </p:nvPicPr>
        <p:blipFill>
          <a:blip r:embed="rId2"/>
          <a:stretch>
            <a:fillRect/>
          </a:stretch>
        </p:blipFill>
        <p:spPr>
          <a:xfrm>
            <a:off x="6796007" y="578455"/>
            <a:ext cx="4678460" cy="4164971"/>
          </a:xfrm>
          <a:prstGeom prst="rect">
            <a:avLst/>
          </a:prstGeom>
        </p:spPr>
      </p:pic>
    </p:spTree>
    <p:extLst>
      <p:ext uri="{BB962C8B-B14F-4D97-AF65-F5344CB8AC3E}">
        <p14:creationId xmlns:p14="http://schemas.microsoft.com/office/powerpoint/2010/main" val="187804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4E2BC-CF52-E26E-E3CB-806F6D08FE0F}"/>
              </a:ext>
            </a:extLst>
          </p:cNvPr>
          <p:cNvSpPr>
            <a:spLocks noGrp="1"/>
          </p:cNvSpPr>
          <p:nvPr>
            <p:ph type="title"/>
          </p:nvPr>
        </p:nvSpPr>
        <p:spPr/>
        <p:txBody>
          <a:bodyPr/>
          <a:lstStyle/>
          <a:p>
            <a:r>
              <a:rPr lang="en-US" dirty="0"/>
              <a:t>How R integrates with your computer files</a:t>
            </a:r>
          </a:p>
        </p:txBody>
      </p:sp>
      <p:pic>
        <p:nvPicPr>
          <p:cNvPr id="4" name="Picture 3" descr="Become a File Explorer Pro With These 5 Add-Ons and Utilities">
            <a:extLst>
              <a:ext uri="{FF2B5EF4-FFF2-40B4-BE49-F238E27FC236}">
                <a16:creationId xmlns:a16="http://schemas.microsoft.com/office/drawing/2014/main" id="{B7AA2554-F96E-D1A3-01B2-015DA6F32013}"/>
              </a:ext>
            </a:extLst>
          </p:cNvPr>
          <p:cNvPicPr>
            <a:picLocks noChangeAspect="1"/>
          </p:cNvPicPr>
          <p:nvPr/>
        </p:nvPicPr>
        <p:blipFill>
          <a:blip r:embed="rId3"/>
          <a:stretch>
            <a:fillRect/>
          </a:stretch>
        </p:blipFill>
        <p:spPr>
          <a:xfrm>
            <a:off x="7467599" y="1947840"/>
            <a:ext cx="3562350" cy="3562350"/>
          </a:xfrm>
          <a:prstGeom prst="rect">
            <a:avLst/>
          </a:prstGeom>
        </p:spPr>
      </p:pic>
      <p:pic>
        <p:nvPicPr>
          <p:cNvPr id="6" name="Picture 5" descr="The R Project for Statistical Computing – Data and Technology Section">
            <a:extLst>
              <a:ext uri="{FF2B5EF4-FFF2-40B4-BE49-F238E27FC236}">
                <a16:creationId xmlns:a16="http://schemas.microsoft.com/office/drawing/2014/main" id="{F1BB9FAD-3593-C6FC-9530-D06C054BA403}"/>
              </a:ext>
            </a:extLst>
          </p:cNvPr>
          <p:cNvPicPr>
            <a:picLocks noChangeAspect="1"/>
          </p:cNvPicPr>
          <p:nvPr/>
        </p:nvPicPr>
        <p:blipFill>
          <a:blip r:embed="rId4"/>
          <a:stretch>
            <a:fillRect/>
          </a:stretch>
        </p:blipFill>
        <p:spPr>
          <a:xfrm>
            <a:off x="1083128" y="2481376"/>
            <a:ext cx="3641271" cy="2821985"/>
          </a:xfrm>
          <a:prstGeom prst="rect">
            <a:avLst/>
          </a:prstGeom>
        </p:spPr>
      </p:pic>
      <p:sp>
        <p:nvSpPr>
          <p:cNvPr id="7" name="Arrow: Left-Right 6">
            <a:extLst>
              <a:ext uri="{FF2B5EF4-FFF2-40B4-BE49-F238E27FC236}">
                <a16:creationId xmlns:a16="http://schemas.microsoft.com/office/drawing/2014/main" id="{B7579479-6FC8-1792-639A-9A48D7B79FE3}"/>
              </a:ext>
            </a:extLst>
          </p:cNvPr>
          <p:cNvSpPr/>
          <p:nvPr/>
        </p:nvSpPr>
        <p:spPr>
          <a:xfrm>
            <a:off x="5050971" y="3201057"/>
            <a:ext cx="2090057" cy="105591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2A62603-C67D-80C4-10FB-217C8D0C8195}"/>
              </a:ext>
            </a:extLst>
          </p:cNvPr>
          <p:cNvSpPr txBox="1"/>
          <p:nvPr/>
        </p:nvSpPr>
        <p:spPr>
          <a:xfrm>
            <a:off x="1083128" y="5641600"/>
            <a:ext cx="3641271" cy="707886"/>
          </a:xfrm>
          <a:prstGeom prst="rect">
            <a:avLst/>
          </a:prstGeom>
          <a:noFill/>
        </p:spPr>
        <p:txBody>
          <a:bodyPr wrap="square" rtlCol="0">
            <a:spAutoFit/>
          </a:bodyPr>
          <a:lstStyle/>
          <a:p>
            <a:pPr algn="ctr"/>
            <a:r>
              <a:rPr lang="en-US" sz="2000" dirty="0"/>
              <a:t>You create/edit/import/export files in R: e.g. .csv, .R, .</a:t>
            </a:r>
            <a:r>
              <a:rPr lang="en-US" sz="2000" dirty="0" err="1"/>
              <a:t>rds</a:t>
            </a:r>
            <a:r>
              <a:rPr lang="en-US" sz="2000" dirty="0"/>
              <a:t>, etc.</a:t>
            </a:r>
          </a:p>
        </p:txBody>
      </p:sp>
      <p:sp>
        <p:nvSpPr>
          <p:cNvPr id="10" name="TextBox 9">
            <a:extLst>
              <a:ext uri="{FF2B5EF4-FFF2-40B4-BE49-F238E27FC236}">
                <a16:creationId xmlns:a16="http://schemas.microsoft.com/office/drawing/2014/main" id="{756C9EDC-3E31-090B-FDFA-1953E6ABB96D}"/>
              </a:ext>
            </a:extLst>
          </p:cNvPr>
          <p:cNvSpPr txBox="1"/>
          <p:nvPr/>
        </p:nvSpPr>
        <p:spPr>
          <a:xfrm>
            <a:off x="6738257" y="5641600"/>
            <a:ext cx="5453743" cy="1015663"/>
          </a:xfrm>
          <a:prstGeom prst="rect">
            <a:avLst/>
          </a:prstGeom>
          <a:noFill/>
        </p:spPr>
        <p:txBody>
          <a:bodyPr wrap="square" rtlCol="0">
            <a:spAutoFit/>
          </a:bodyPr>
          <a:lstStyle/>
          <a:p>
            <a:pPr algn="ctr"/>
            <a:r>
              <a:rPr lang="en-US" sz="2000" dirty="0"/>
              <a:t>When you hit save, they automatically get stored in your </a:t>
            </a:r>
            <a:r>
              <a:rPr lang="en-US" sz="2000" b="1" dirty="0"/>
              <a:t>working directory</a:t>
            </a:r>
            <a:r>
              <a:rPr lang="en-US" sz="2000" dirty="0"/>
              <a:t>, which is a file on your computer</a:t>
            </a:r>
          </a:p>
        </p:txBody>
      </p:sp>
    </p:spTree>
    <p:extLst>
      <p:ext uri="{BB962C8B-B14F-4D97-AF65-F5344CB8AC3E}">
        <p14:creationId xmlns:p14="http://schemas.microsoft.com/office/powerpoint/2010/main" val="326857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A2964-48E9-3EA5-10F8-765714645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5DB65-3D66-C7B5-E41B-6D7EDF0B377B}"/>
              </a:ext>
            </a:extLst>
          </p:cNvPr>
          <p:cNvSpPr>
            <a:spLocks noGrp="1"/>
          </p:cNvSpPr>
          <p:nvPr>
            <p:ph type="title"/>
          </p:nvPr>
        </p:nvSpPr>
        <p:spPr/>
        <p:txBody>
          <a:bodyPr/>
          <a:lstStyle/>
          <a:p>
            <a:r>
              <a:rPr lang="en-US" dirty="0"/>
              <a:t>How R integrates with your computer files</a:t>
            </a:r>
          </a:p>
        </p:txBody>
      </p:sp>
      <p:pic>
        <p:nvPicPr>
          <p:cNvPr id="4" name="Picture 3" descr="Become a File Explorer Pro With These 5 Add-Ons and Utilities">
            <a:extLst>
              <a:ext uri="{FF2B5EF4-FFF2-40B4-BE49-F238E27FC236}">
                <a16:creationId xmlns:a16="http://schemas.microsoft.com/office/drawing/2014/main" id="{A09EBDD5-B2AE-8F81-AA69-DF8F935A1771}"/>
              </a:ext>
            </a:extLst>
          </p:cNvPr>
          <p:cNvPicPr>
            <a:picLocks noChangeAspect="1"/>
          </p:cNvPicPr>
          <p:nvPr/>
        </p:nvPicPr>
        <p:blipFill>
          <a:blip r:embed="rId3"/>
          <a:stretch>
            <a:fillRect/>
          </a:stretch>
        </p:blipFill>
        <p:spPr>
          <a:xfrm>
            <a:off x="7467599" y="1947840"/>
            <a:ext cx="3562350" cy="3562350"/>
          </a:xfrm>
          <a:prstGeom prst="rect">
            <a:avLst/>
          </a:prstGeom>
        </p:spPr>
      </p:pic>
      <p:pic>
        <p:nvPicPr>
          <p:cNvPr id="6" name="Picture 5" descr="The R Project for Statistical Computing – Data and Technology Section">
            <a:extLst>
              <a:ext uri="{FF2B5EF4-FFF2-40B4-BE49-F238E27FC236}">
                <a16:creationId xmlns:a16="http://schemas.microsoft.com/office/drawing/2014/main" id="{04BFC713-93F7-5611-04E0-51EE5B189980}"/>
              </a:ext>
            </a:extLst>
          </p:cNvPr>
          <p:cNvPicPr>
            <a:picLocks noChangeAspect="1"/>
          </p:cNvPicPr>
          <p:nvPr/>
        </p:nvPicPr>
        <p:blipFill>
          <a:blip r:embed="rId4"/>
          <a:stretch>
            <a:fillRect/>
          </a:stretch>
        </p:blipFill>
        <p:spPr>
          <a:xfrm>
            <a:off x="1083128" y="2481376"/>
            <a:ext cx="3641271" cy="2821985"/>
          </a:xfrm>
          <a:prstGeom prst="rect">
            <a:avLst/>
          </a:prstGeom>
        </p:spPr>
      </p:pic>
      <p:sp>
        <p:nvSpPr>
          <p:cNvPr id="10" name="TextBox 9">
            <a:extLst>
              <a:ext uri="{FF2B5EF4-FFF2-40B4-BE49-F238E27FC236}">
                <a16:creationId xmlns:a16="http://schemas.microsoft.com/office/drawing/2014/main" id="{D89218B2-FF73-9791-7D90-38E7CB529F71}"/>
              </a:ext>
            </a:extLst>
          </p:cNvPr>
          <p:cNvSpPr txBox="1"/>
          <p:nvPr/>
        </p:nvSpPr>
        <p:spPr>
          <a:xfrm>
            <a:off x="952499" y="5740106"/>
            <a:ext cx="10287000" cy="707886"/>
          </a:xfrm>
          <a:prstGeom prst="rect">
            <a:avLst/>
          </a:prstGeom>
          <a:noFill/>
        </p:spPr>
        <p:txBody>
          <a:bodyPr wrap="square" rtlCol="0">
            <a:spAutoFit/>
          </a:bodyPr>
          <a:lstStyle/>
          <a:p>
            <a:pPr algn="ctr"/>
            <a:r>
              <a:rPr lang="en-US" sz="2000" dirty="0"/>
              <a:t>We need to set up a file structure on our computers that makes sense and then tell R our working directory is within that file structure.</a:t>
            </a:r>
          </a:p>
        </p:txBody>
      </p:sp>
      <p:sp>
        <p:nvSpPr>
          <p:cNvPr id="5" name="Arrow: Left-Right 4">
            <a:extLst>
              <a:ext uri="{FF2B5EF4-FFF2-40B4-BE49-F238E27FC236}">
                <a16:creationId xmlns:a16="http://schemas.microsoft.com/office/drawing/2014/main" id="{CBF92AD3-3CAA-DA5F-F999-A524A9CEEE80}"/>
              </a:ext>
            </a:extLst>
          </p:cNvPr>
          <p:cNvSpPr/>
          <p:nvPr/>
        </p:nvSpPr>
        <p:spPr>
          <a:xfrm>
            <a:off x="5050971" y="3201057"/>
            <a:ext cx="2090057" cy="105591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96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48169-5C10-4367-68BF-A1D2D7428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6DC63-B35E-33F9-A0F4-59E8734C576D}"/>
              </a:ext>
            </a:extLst>
          </p:cNvPr>
          <p:cNvSpPr>
            <a:spLocks noGrp="1"/>
          </p:cNvSpPr>
          <p:nvPr>
            <p:ph type="title"/>
          </p:nvPr>
        </p:nvSpPr>
        <p:spPr/>
        <p:txBody>
          <a:bodyPr/>
          <a:lstStyle/>
          <a:p>
            <a:r>
              <a:rPr lang="en-US" dirty="0"/>
              <a:t>How R integrates with your computer files</a:t>
            </a:r>
          </a:p>
        </p:txBody>
      </p:sp>
      <p:pic>
        <p:nvPicPr>
          <p:cNvPr id="4" name="Picture 3" descr="Become a File Explorer Pro With These 5 Add-Ons and Utilities">
            <a:extLst>
              <a:ext uri="{FF2B5EF4-FFF2-40B4-BE49-F238E27FC236}">
                <a16:creationId xmlns:a16="http://schemas.microsoft.com/office/drawing/2014/main" id="{AEAC6FAB-2C01-E198-0D9F-E530B0C7BE81}"/>
              </a:ext>
            </a:extLst>
          </p:cNvPr>
          <p:cNvPicPr>
            <a:picLocks noChangeAspect="1"/>
          </p:cNvPicPr>
          <p:nvPr/>
        </p:nvPicPr>
        <p:blipFill>
          <a:blip r:embed="rId3"/>
          <a:stretch>
            <a:fillRect/>
          </a:stretch>
        </p:blipFill>
        <p:spPr>
          <a:xfrm>
            <a:off x="7467599" y="1947840"/>
            <a:ext cx="3562350" cy="3562350"/>
          </a:xfrm>
          <a:prstGeom prst="rect">
            <a:avLst/>
          </a:prstGeom>
        </p:spPr>
      </p:pic>
      <p:pic>
        <p:nvPicPr>
          <p:cNvPr id="6" name="Picture 5" descr="The R Project for Statistical Computing – Data and Technology Section">
            <a:extLst>
              <a:ext uri="{FF2B5EF4-FFF2-40B4-BE49-F238E27FC236}">
                <a16:creationId xmlns:a16="http://schemas.microsoft.com/office/drawing/2014/main" id="{1DE8DDD3-A384-F0E7-0827-57DF4331025B}"/>
              </a:ext>
            </a:extLst>
          </p:cNvPr>
          <p:cNvPicPr>
            <a:picLocks noChangeAspect="1"/>
          </p:cNvPicPr>
          <p:nvPr/>
        </p:nvPicPr>
        <p:blipFill>
          <a:blip r:embed="rId4"/>
          <a:stretch>
            <a:fillRect/>
          </a:stretch>
        </p:blipFill>
        <p:spPr>
          <a:xfrm>
            <a:off x="1083128" y="2481376"/>
            <a:ext cx="3641271" cy="2821985"/>
          </a:xfrm>
          <a:prstGeom prst="rect">
            <a:avLst/>
          </a:prstGeom>
        </p:spPr>
      </p:pic>
      <p:sp>
        <p:nvSpPr>
          <p:cNvPr id="10" name="TextBox 9">
            <a:extLst>
              <a:ext uri="{FF2B5EF4-FFF2-40B4-BE49-F238E27FC236}">
                <a16:creationId xmlns:a16="http://schemas.microsoft.com/office/drawing/2014/main" id="{9C063A98-54B5-7D1F-4676-C81959A7A603}"/>
              </a:ext>
            </a:extLst>
          </p:cNvPr>
          <p:cNvSpPr txBox="1"/>
          <p:nvPr/>
        </p:nvSpPr>
        <p:spPr>
          <a:xfrm>
            <a:off x="952499" y="5740106"/>
            <a:ext cx="10287000" cy="707886"/>
          </a:xfrm>
          <a:prstGeom prst="rect">
            <a:avLst/>
          </a:prstGeom>
          <a:noFill/>
        </p:spPr>
        <p:txBody>
          <a:bodyPr wrap="square" rtlCol="0">
            <a:spAutoFit/>
          </a:bodyPr>
          <a:lstStyle/>
          <a:p>
            <a:pPr algn="ctr"/>
            <a:r>
              <a:rPr lang="en-US" sz="2000" dirty="0"/>
              <a:t>We need to set up a file structure on our computers that makes sense and </a:t>
            </a:r>
            <a:r>
              <a:rPr lang="en-US" sz="2000" b="1" dirty="0">
                <a:solidFill>
                  <a:schemeClr val="accent5">
                    <a:lumMod val="60000"/>
                    <a:lumOff val="40000"/>
                  </a:schemeClr>
                </a:solidFill>
              </a:rPr>
              <a:t>then tell R our working directory is within that file structure.</a:t>
            </a:r>
          </a:p>
        </p:txBody>
      </p:sp>
      <p:sp>
        <p:nvSpPr>
          <p:cNvPr id="5" name="Arrow: Left-Right 4">
            <a:extLst>
              <a:ext uri="{FF2B5EF4-FFF2-40B4-BE49-F238E27FC236}">
                <a16:creationId xmlns:a16="http://schemas.microsoft.com/office/drawing/2014/main" id="{5FD3E984-C62C-8CDA-3B41-E895F1EDA831}"/>
              </a:ext>
            </a:extLst>
          </p:cNvPr>
          <p:cNvSpPr/>
          <p:nvPr/>
        </p:nvSpPr>
        <p:spPr>
          <a:xfrm>
            <a:off x="5050971" y="3201057"/>
            <a:ext cx="2090057" cy="105591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DA01435D-E3D9-FF62-4B38-6F687E32AE2D}"/>
              </a:ext>
            </a:extLst>
          </p:cNvPr>
          <p:cNvSpPr/>
          <p:nvPr/>
        </p:nvSpPr>
        <p:spPr>
          <a:xfrm>
            <a:off x="4131127" y="3103902"/>
            <a:ext cx="3929743" cy="1447800"/>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We will do this second part using R Projects.</a:t>
            </a:r>
          </a:p>
        </p:txBody>
      </p:sp>
    </p:spTree>
    <p:extLst>
      <p:ext uri="{BB962C8B-B14F-4D97-AF65-F5344CB8AC3E}">
        <p14:creationId xmlns:p14="http://schemas.microsoft.com/office/powerpoint/2010/main" val="208065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D31DD-6318-2934-CA6C-F7CEF15805DD}"/>
              </a:ext>
            </a:extLst>
          </p:cNvPr>
          <p:cNvSpPr>
            <a:spLocks noGrp="1"/>
          </p:cNvSpPr>
          <p:nvPr>
            <p:ph type="title"/>
          </p:nvPr>
        </p:nvSpPr>
        <p:spPr/>
        <p:txBody>
          <a:bodyPr/>
          <a:lstStyle/>
          <a:p>
            <a:pPr algn="ctr"/>
            <a:r>
              <a:rPr lang="en-US" dirty="0"/>
              <a:t>Let’s set ourselves up for all our lab things!</a:t>
            </a:r>
          </a:p>
        </p:txBody>
      </p:sp>
      <p:sp>
        <p:nvSpPr>
          <p:cNvPr id="3" name="Content Placeholder 2">
            <a:extLst>
              <a:ext uri="{FF2B5EF4-FFF2-40B4-BE49-F238E27FC236}">
                <a16:creationId xmlns:a16="http://schemas.microsoft.com/office/drawing/2014/main" id="{7F756EC3-4138-259E-9FF5-039DD886BA32}"/>
              </a:ext>
            </a:extLst>
          </p:cNvPr>
          <p:cNvSpPr>
            <a:spLocks noGrp="1"/>
          </p:cNvSpPr>
          <p:nvPr>
            <p:ph idx="1"/>
          </p:nvPr>
        </p:nvSpPr>
        <p:spPr>
          <a:xfrm>
            <a:off x="838200" y="1901825"/>
            <a:ext cx="10515600" cy="4351338"/>
          </a:xfrm>
        </p:spPr>
        <p:txBody>
          <a:bodyPr/>
          <a:lstStyle/>
          <a:p>
            <a:pPr marL="514350" indent="-514350">
              <a:buAutoNum type="arabicPeriod"/>
            </a:pPr>
            <a:r>
              <a:rPr lang="en-US" dirty="0"/>
              <a:t>Create a folder on your computer to store all your lab materials</a:t>
            </a:r>
          </a:p>
          <a:p>
            <a:pPr lvl="1"/>
            <a:r>
              <a:rPr lang="en-US" dirty="0"/>
              <a:t>Name it something meaningful (e.g. MES503Lab)</a:t>
            </a:r>
          </a:p>
          <a:p>
            <a:pPr marL="514350" indent="-514350">
              <a:buFont typeface="+mj-lt"/>
              <a:buAutoNum type="arabicPeriod"/>
            </a:pPr>
            <a:r>
              <a:rPr lang="en-US" dirty="0"/>
              <a:t>Create an R Project within that folder</a:t>
            </a:r>
          </a:p>
          <a:p>
            <a:pPr lvl="1"/>
            <a:r>
              <a:rPr lang="en-US" dirty="0"/>
              <a:t>This will automatically set this parent folder as your working directory</a:t>
            </a:r>
          </a:p>
          <a:p>
            <a:pPr marL="514350" indent="-514350">
              <a:buFont typeface="+mj-lt"/>
              <a:buAutoNum type="arabicPeriod"/>
            </a:pPr>
            <a:r>
              <a:rPr lang="en-US" dirty="0"/>
              <a:t>Create a folder for this week’s materials (e.g. Week 2)</a:t>
            </a:r>
          </a:p>
          <a:p>
            <a:pPr marL="514350" indent="-514350">
              <a:buFont typeface="+mj-lt"/>
              <a:buAutoNum type="arabicPeriod"/>
            </a:pPr>
            <a:r>
              <a:rPr lang="en-US" dirty="0"/>
              <a:t>Download this week’s materials from Brightspace and store them in your Week 2 folder</a:t>
            </a:r>
          </a:p>
          <a:p>
            <a:pPr marL="514350" indent="-514350">
              <a:buAutoNum type="arabicPeriod"/>
            </a:pPr>
            <a:endParaRPr lang="en-US" dirty="0"/>
          </a:p>
        </p:txBody>
      </p:sp>
    </p:spTree>
    <p:extLst>
      <p:ext uri="{BB962C8B-B14F-4D97-AF65-F5344CB8AC3E}">
        <p14:creationId xmlns:p14="http://schemas.microsoft.com/office/powerpoint/2010/main" val="401667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9B0FB-717F-BA70-38B2-23EC749A4BDE}"/>
              </a:ext>
            </a:extLst>
          </p:cNvPr>
          <p:cNvSpPr>
            <a:spLocks noGrp="1"/>
          </p:cNvSpPr>
          <p:nvPr>
            <p:ph type="title"/>
          </p:nvPr>
        </p:nvSpPr>
        <p:spPr>
          <a:xfrm>
            <a:off x="838200" y="2766218"/>
            <a:ext cx="10515600" cy="1325563"/>
          </a:xfrm>
        </p:spPr>
        <p:txBody>
          <a:bodyPr/>
          <a:lstStyle/>
          <a:p>
            <a:pPr algn="ctr"/>
            <a:r>
              <a:rPr lang="en-US" dirty="0"/>
              <a:t>Switch to ze code!</a:t>
            </a:r>
          </a:p>
        </p:txBody>
      </p:sp>
    </p:spTree>
    <p:extLst>
      <p:ext uri="{BB962C8B-B14F-4D97-AF65-F5344CB8AC3E}">
        <p14:creationId xmlns:p14="http://schemas.microsoft.com/office/powerpoint/2010/main" val="3982844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304D-DBAD-1993-DD35-592A029916E0}"/>
              </a:ext>
            </a:extLst>
          </p:cNvPr>
          <p:cNvSpPr>
            <a:spLocks noGrp="1"/>
          </p:cNvSpPr>
          <p:nvPr>
            <p:ph type="title"/>
          </p:nvPr>
        </p:nvSpPr>
        <p:spPr/>
        <p:txBody>
          <a:bodyPr/>
          <a:lstStyle/>
          <a:p>
            <a:r>
              <a:rPr lang="en-US" dirty="0"/>
              <a:t>Part 2: Data Viz Continued</a:t>
            </a:r>
          </a:p>
        </p:txBody>
      </p:sp>
      <p:pic>
        <p:nvPicPr>
          <p:cNvPr id="6" name="Picture 5" descr="DataViz Cartoon: Data Visualization, Personified – Michael Sandberg's Data  Visualization Blog">
            <a:extLst>
              <a:ext uri="{FF2B5EF4-FFF2-40B4-BE49-F238E27FC236}">
                <a16:creationId xmlns:a16="http://schemas.microsoft.com/office/drawing/2014/main" id="{276E361C-9B0A-A1B9-56D5-4B7C73EDBC89}"/>
              </a:ext>
            </a:extLst>
          </p:cNvPr>
          <p:cNvPicPr>
            <a:picLocks noChangeAspect="1"/>
          </p:cNvPicPr>
          <p:nvPr/>
        </p:nvPicPr>
        <p:blipFill>
          <a:blip r:embed="rId2"/>
          <a:stretch>
            <a:fillRect/>
          </a:stretch>
        </p:blipFill>
        <p:spPr>
          <a:xfrm>
            <a:off x="3195328" y="1929719"/>
            <a:ext cx="5801344" cy="4455432"/>
          </a:xfrm>
          <a:prstGeom prst="rect">
            <a:avLst/>
          </a:prstGeom>
        </p:spPr>
      </p:pic>
    </p:spTree>
    <p:extLst>
      <p:ext uri="{BB962C8B-B14F-4D97-AF65-F5344CB8AC3E}">
        <p14:creationId xmlns:p14="http://schemas.microsoft.com/office/powerpoint/2010/main" val="166070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0FE8-CA8A-3435-2329-ADD6F8186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552DF-5B63-91AB-B129-9ED3ABC54C3B}"/>
              </a:ext>
            </a:extLst>
          </p:cNvPr>
          <p:cNvSpPr>
            <a:spLocks noGrp="1"/>
          </p:cNvSpPr>
          <p:nvPr>
            <p:ph type="title"/>
          </p:nvPr>
        </p:nvSpPr>
        <p:spPr/>
        <p:txBody>
          <a:bodyPr/>
          <a:lstStyle/>
          <a:p>
            <a:r>
              <a:rPr lang="en-US" dirty="0"/>
              <a:t>Part 2: Data Viz Continued</a:t>
            </a:r>
          </a:p>
        </p:txBody>
      </p:sp>
      <p:pic>
        <p:nvPicPr>
          <p:cNvPr id="4" name="Picture 3">
            <a:extLst>
              <a:ext uri="{FF2B5EF4-FFF2-40B4-BE49-F238E27FC236}">
                <a16:creationId xmlns:a16="http://schemas.microsoft.com/office/drawing/2014/main" id="{E076EC60-5FAD-2F5F-9FED-4B4C8A70F968}"/>
              </a:ext>
            </a:extLst>
          </p:cNvPr>
          <p:cNvPicPr>
            <a:picLocks noChangeAspect="1"/>
          </p:cNvPicPr>
          <p:nvPr/>
        </p:nvPicPr>
        <p:blipFill>
          <a:blip r:embed="rId3"/>
          <a:stretch>
            <a:fillRect/>
          </a:stretch>
        </p:blipFill>
        <p:spPr>
          <a:xfrm>
            <a:off x="838200" y="1690686"/>
            <a:ext cx="4939641" cy="4761679"/>
          </a:xfrm>
          <a:prstGeom prst="rect">
            <a:avLst/>
          </a:prstGeom>
        </p:spPr>
      </p:pic>
      <p:pic>
        <p:nvPicPr>
          <p:cNvPr id="7" name="Picture 6">
            <a:extLst>
              <a:ext uri="{FF2B5EF4-FFF2-40B4-BE49-F238E27FC236}">
                <a16:creationId xmlns:a16="http://schemas.microsoft.com/office/drawing/2014/main" id="{27749FB8-E700-456B-2D55-2E28B76F18C6}"/>
              </a:ext>
            </a:extLst>
          </p:cNvPr>
          <p:cNvPicPr>
            <a:picLocks noChangeAspect="1"/>
          </p:cNvPicPr>
          <p:nvPr/>
        </p:nvPicPr>
        <p:blipFill>
          <a:blip r:embed="rId4"/>
          <a:stretch>
            <a:fillRect/>
          </a:stretch>
        </p:blipFill>
        <p:spPr>
          <a:xfrm>
            <a:off x="6414159" y="1690687"/>
            <a:ext cx="4939641" cy="4761679"/>
          </a:xfrm>
          <a:prstGeom prst="rect">
            <a:avLst/>
          </a:prstGeom>
        </p:spPr>
      </p:pic>
    </p:spTree>
    <p:extLst>
      <p:ext uri="{BB962C8B-B14F-4D97-AF65-F5344CB8AC3E}">
        <p14:creationId xmlns:p14="http://schemas.microsoft.com/office/powerpoint/2010/main" val="3351321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66B6A-5F89-1BDA-2293-F312C889223B}"/>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5E87B1D-32F2-8EDE-A5CF-2F9C98155012}"/>
              </a:ext>
            </a:extLst>
          </p:cNvPr>
          <p:cNvPicPr>
            <a:picLocks noChangeAspect="1"/>
          </p:cNvPicPr>
          <p:nvPr/>
        </p:nvPicPr>
        <p:blipFill>
          <a:blip r:embed="rId3"/>
          <a:stretch>
            <a:fillRect/>
          </a:stretch>
        </p:blipFill>
        <p:spPr>
          <a:xfrm>
            <a:off x="6576704" y="1690686"/>
            <a:ext cx="4939641" cy="4761680"/>
          </a:xfrm>
          <a:prstGeom prst="rect">
            <a:avLst/>
          </a:prstGeom>
        </p:spPr>
      </p:pic>
      <p:pic>
        <p:nvPicPr>
          <p:cNvPr id="10" name="Picture 9">
            <a:extLst>
              <a:ext uri="{FF2B5EF4-FFF2-40B4-BE49-F238E27FC236}">
                <a16:creationId xmlns:a16="http://schemas.microsoft.com/office/drawing/2014/main" id="{715E377F-3E8A-ABCC-7155-717BD906CF24}"/>
              </a:ext>
            </a:extLst>
          </p:cNvPr>
          <p:cNvPicPr>
            <a:picLocks noChangeAspect="1"/>
          </p:cNvPicPr>
          <p:nvPr/>
        </p:nvPicPr>
        <p:blipFill>
          <a:blip r:embed="rId4"/>
          <a:stretch>
            <a:fillRect/>
          </a:stretch>
        </p:blipFill>
        <p:spPr>
          <a:xfrm>
            <a:off x="838200" y="1690687"/>
            <a:ext cx="4939641" cy="4761679"/>
          </a:xfrm>
          <a:prstGeom prst="rect">
            <a:avLst/>
          </a:prstGeom>
        </p:spPr>
      </p:pic>
      <p:sp>
        <p:nvSpPr>
          <p:cNvPr id="2" name="Title 1">
            <a:extLst>
              <a:ext uri="{FF2B5EF4-FFF2-40B4-BE49-F238E27FC236}">
                <a16:creationId xmlns:a16="http://schemas.microsoft.com/office/drawing/2014/main" id="{078BF559-6DEA-D861-D156-E4F79FA4956F}"/>
              </a:ext>
            </a:extLst>
          </p:cNvPr>
          <p:cNvSpPr>
            <a:spLocks noGrp="1"/>
          </p:cNvSpPr>
          <p:nvPr>
            <p:ph type="title"/>
          </p:nvPr>
        </p:nvSpPr>
        <p:spPr/>
        <p:txBody>
          <a:bodyPr/>
          <a:lstStyle/>
          <a:p>
            <a:r>
              <a:rPr lang="en-US" dirty="0"/>
              <a:t>Part 2: Data Viz Continued</a:t>
            </a:r>
          </a:p>
        </p:txBody>
      </p:sp>
      <p:sp>
        <p:nvSpPr>
          <p:cNvPr id="5" name="Rectangle: Rounded Corners 4">
            <a:extLst>
              <a:ext uri="{FF2B5EF4-FFF2-40B4-BE49-F238E27FC236}">
                <a16:creationId xmlns:a16="http://schemas.microsoft.com/office/drawing/2014/main" id="{BE8B7514-8778-A765-D2E0-E0127AD17A3F}"/>
              </a:ext>
            </a:extLst>
          </p:cNvPr>
          <p:cNvSpPr/>
          <p:nvPr/>
        </p:nvSpPr>
        <p:spPr>
          <a:xfrm>
            <a:off x="1637063" y="1503135"/>
            <a:ext cx="3341914" cy="723900"/>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p &lt; .001</a:t>
            </a:r>
          </a:p>
          <a:p>
            <a:pPr algn="ctr"/>
            <a:r>
              <a:rPr lang="en-US" sz="2000" b="1" dirty="0"/>
              <a:t>slope = 49.686 +/- 1.518 SE</a:t>
            </a:r>
          </a:p>
        </p:txBody>
      </p:sp>
      <p:sp>
        <p:nvSpPr>
          <p:cNvPr id="8" name="Rectangle: Rounded Corners 7">
            <a:extLst>
              <a:ext uri="{FF2B5EF4-FFF2-40B4-BE49-F238E27FC236}">
                <a16:creationId xmlns:a16="http://schemas.microsoft.com/office/drawing/2014/main" id="{FB575678-1672-C471-5791-E77475893182}"/>
              </a:ext>
            </a:extLst>
          </p:cNvPr>
          <p:cNvSpPr/>
          <p:nvPr/>
        </p:nvSpPr>
        <p:spPr>
          <a:xfrm>
            <a:off x="7213022" y="1528307"/>
            <a:ext cx="3341914" cy="723900"/>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p &lt; .001</a:t>
            </a:r>
          </a:p>
          <a:p>
            <a:pPr algn="ctr"/>
            <a:r>
              <a:rPr lang="en-US" sz="2000" b="1" dirty="0"/>
              <a:t>slope = 87.415 +/- 6.402 SE</a:t>
            </a:r>
          </a:p>
        </p:txBody>
      </p:sp>
    </p:spTree>
    <p:extLst>
      <p:ext uri="{BB962C8B-B14F-4D97-AF65-F5344CB8AC3E}">
        <p14:creationId xmlns:p14="http://schemas.microsoft.com/office/powerpoint/2010/main" val="144499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EB78D-913C-57C5-0D4E-AF3E8470AB65}"/>
              </a:ext>
            </a:extLst>
          </p:cNvPr>
          <p:cNvSpPr>
            <a:spLocks noGrp="1"/>
          </p:cNvSpPr>
          <p:nvPr>
            <p:ph type="title"/>
          </p:nvPr>
        </p:nvSpPr>
        <p:spPr/>
        <p:txBody>
          <a:bodyPr/>
          <a:lstStyle/>
          <a:p>
            <a:r>
              <a:rPr lang="en-US" dirty="0"/>
              <a:t>Other reasons data viz is important</a:t>
            </a:r>
          </a:p>
        </p:txBody>
      </p:sp>
      <p:sp>
        <p:nvSpPr>
          <p:cNvPr id="3" name="Content Placeholder 2">
            <a:extLst>
              <a:ext uri="{FF2B5EF4-FFF2-40B4-BE49-F238E27FC236}">
                <a16:creationId xmlns:a16="http://schemas.microsoft.com/office/drawing/2014/main" id="{EF75BA54-E020-E929-D46F-7B901E2CF9CF}"/>
              </a:ext>
            </a:extLst>
          </p:cNvPr>
          <p:cNvSpPr>
            <a:spLocks noGrp="1"/>
          </p:cNvSpPr>
          <p:nvPr>
            <p:ph idx="1"/>
          </p:nvPr>
        </p:nvSpPr>
        <p:spPr/>
        <p:txBody>
          <a:bodyPr/>
          <a:lstStyle/>
          <a:p>
            <a:r>
              <a:rPr lang="en-US" dirty="0"/>
              <a:t>It can reveal previously unforeseen relationships</a:t>
            </a:r>
          </a:p>
          <a:p>
            <a:r>
              <a:rPr lang="en-US" dirty="0"/>
              <a:t>Science communication </a:t>
            </a:r>
          </a:p>
          <a:p>
            <a:pPr lvl="1"/>
            <a:r>
              <a:rPr lang="en-US" dirty="0"/>
              <a:t>Most people are even more confused by stats than you are, and giving them a visual does wonders for communicating your results</a:t>
            </a:r>
          </a:p>
          <a:p>
            <a:r>
              <a:rPr lang="en-US" dirty="0"/>
              <a:t>It’s fun</a:t>
            </a:r>
          </a:p>
        </p:txBody>
      </p:sp>
      <p:pic>
        <p:nvPicPr>
          <p:cNvPr id="4" name="Picture 3" descr="Data Visualization - Dataedo Data Cartoons">
            <a:extLst>
              <a:ext uri="{FF2B5EF4-FFF2-40B4-BE49-F238E27FC236}">
                <a16:creationId xmlns:a16="http://schemas.microsoft.com/office/drawing/2014/main" id="{F7049C2F-A84E-1ACA-1538-3B1544407C17}"/>
              </a:ext>
            </a:extLst>
          </p:cNvPr>
          <p:cNvPicPr>
            <a:picLocks noChangeAspect="1"/>
          </p:cNvPicPr>
          <p:nvPr/>
        </p:nvPicPr>
        <p:blipFill>
          <a:blip r:embed="rId2"/>
          <a:stretch>
            <a:fillRect/>
          </a:stretch>
        </p:blipFill>
        <p:spPr>
          <a:xfrm>
            <a:off x="5876611" y="3829160"/>
            <a:ext cx="5477189" cy="2848138"/>
          </a:xfrm>
          <a:prstGeom prst="rect">
            <a:avLst/>
          </a:prstGeom>
        </p:spPr>
      </p:pic>
    </p:spTree>
    <p:extLst>
      <p:ext uri="{BB962C8B-B14F-4D97-AF65-F5344CB8AC3E}">
        <p14:creationId xmlns:p14="http://schemas.microsoft.com/office/powerpoint/2010/main" val="195509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A7082-2344-CE13-9C16-AAE8C59D0352}"/>
              </a:ext>
            </a:extLst>
          </p:cNvPr>
          <p:cNvSpPr>
            <a:spLocks noGrp="1"/>
          </p:cNvSpPr>
          <p:nvPr>
            <p:ph type="title"/>
          </p:nvPr>
        </p:nvSpPr>
        <p:spPr>
          <a:xfrm>
            <a:off x="838200" y="2766218"/>
            <a:ext cx="10515600" cy="1325563"/>
          </a:xfrm>
        </p:spPr>
        <p:txBody>
          <a:bodyPr/>
          <a:lstStyle/>
          <a:p>
            <a:pPr algn="ctr"/>
            <a:r>
              <a:rPr lang="en-US" dirty="0"/>
              <a:t>Let’s make more visualizations!</a:t>
            </a:r>
            <a:br>
              <a:rPr lang="en-US" dirty="0"/>
            </a:br>
            <a:r>
              <a:rPr lang="en-US" dirty="0"/>
              <a:t>(and learn more R along the way…)</a:t>
            </a:r>
          </a:p>
        </p:txBody>
      </p:sp>
    </p:spTree>
    <p:extLst>
      <p:ext uri="{BB962C8B-B14F-4D97-AF65-F5344CB8AC3E}">
        <p14:creationId xmlns:p14="http://schemas.microsoft.com/office/powerpoint/2010/main" val="716144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8CD2-6489-69B7-14F4-DA10209574DB}"/>
              </a:ext>
            </a:extLst>
          </p:cNvPr>
          <p:cNvSpPr>
            <a:spLocks noGrp="1"/>
          </p:cNvSpPr>
          <p:nvPr>
            <p:ph type="title"/>
          </p:nvPr>
        </p:nvSpPr>
        <p:spPr/>
        <p:txBody>
          <a:bodyPr/>
          <a:lstStyle/>
          <a:p>
            <a:r>
              <a:rPr lang="en-US" dirty="0"/>
              <a:t>The data we’ll be looking at…</a:t>
            </a:r>
          </a:p>
        </p:txBody>
      </p:sp>
      <p:sp>
        <p:nvSpPr>
          <p:cNvPr id="6" name="Content Placeholder 5">
            <a:extLst>
              <a:ext uri="{FF2B5EF4-FFF2-40B4-BE49-F238E27FC236}">
                <a16:creationId xmlns:a16="http://schemas.microsoft.com/office/drawing/2014/main" id="{E2C58117-E28F-F76B-F72D-24E56F9BF6D2}"/>
              </a:ext>
            </a:extLst>
          </p:cNvPr>
          <p:cNvSpPr>
            <a:spLocks noGrp="1"/>
          </p:cNvSpPr>
          <p:nvPr>
            <p:ph idx="1"/>
          </p:nvPr>
        </p:nvSpPr>
        <p:spPr>
          <a:xfrm>
            <a:off x="838200" y="2050868"/>
            <a:ext cx="10515600" cy="4047717"/>
          </a:xfrm>
        </p:spPr>
        <p:txBody>
          <a:bodyPr/>
          <a:lstStyle/>
          <a:p>
            <a:pPr marL="0" indent="0" algn="ctr">
              <a:buNone/>
            </a:pPr>
            <a:r>
              <a:rPr lang="en-US" dirty="0"/>
              <a:t>In an exceptionally dense island population of Hermann's tortoises in Lake Prespa in North Macedonia, sexually coercive males dramatically </a:t>
            </a:r>
            <a:r>
              <a:rPr lang="en-US" dirty="0" err="1"/>
              <a:t>overnumber</a:t>
            </a:r>
            <a:r>
              <a:rPr lang="en-US" dirty="0"/>
              <a:t> females, inflict severe copulatory injuries and put them at risk of fatal falls from the island plateau's sheer rock faces. Harassed females are emaciated, reproduce less frequently, produce smaller clutches and have lower annual survival rates compared to females from a </a:t>
            </a:r>
            <a:r>
              <a:rPr lang="en-US" dirty="0" err="1"/>
              <a:t>neighbouring</a:t>
            </a:r>
            <a:r>
              <a:rPr lang="en-US" dirty="0"/>
              <a:t> mainland population. Sixteen years of capture-recapture data reveal an ongoing extinction event and predict that the last island female will die in 2083.</a:t>
            </a:r>
          </a:p>
        </p:txBody>
      </p:sp>
    </p:spTree>
    <p:extLst>
      <p:ext uri="{BB962C8B-B14F-4D97-AF65-F5344CB8AC3E}">
        <p14:creationId xmlns:p14="http://schemas.microsoft.com/office/powerpoint/2010/main" val="3657074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DCE9B-4B73-C2EF-CCEF-11BD382CF0FD}"/>
              </a:ext>
            </a:extLst>
          </p:cNvPr>
          <p:cNvSpPr>
            <a:spLocks noGrp="1"/>
          </p:cNvSpPr>
          <p:nvPr>
            <p:ph type="title"/>
          </p:nvPr>
        </p:nvSpPr>
        <p:spPr>
          <a:xfrm>
            <a:off x="744195" y="382368"/>
            <a:ext cx="10515600" cy="1325563"/>
          </a:xfrm>
        </p:spPr>
        <p:txBody>
          <a:bodyPr/>
          <a:lstStyle/>
          <a:p>
            <a:r>
              <a:rPr lang="en-US" dirty="0"/>
              <a:t>Hermann’s Tortoises</a:t>
            </a:r>
          </a:p>
        </p:txBody>
      </p:sp>
      <p:pic>
        <p:nvPicPr>
          <p:cNvPr id="11" name="Picture 10">
            <a:extLst>
              <a:ext uri="{FF2B5EF4-FFF2-40B4-BE49-F238E27FC236}">
                <a16:creationId xmlns:a16="http://schemas.microsoft.com/office/drawing/2014/main" id="{1B957EEF-331D-8ADF-DAB8-9736025FDDFB}"/>
              </a:ext>
            </a:extLst>
          </p:cNvPr>
          <p:cNvPicPr>
            <a:picLocks noChangeAspect="1"/>
          </p:cNvPicPr>
          <p:nvPr/>
        </p:nvPicPr>
        <p:blipFill>
          <a:blip r:embed="rId2"/>
          <a:stretch>
            <a:fillRect/>
          </a:stretch>
        </p:blipFill>
        <p:spPr>
          <a:xfrm>
            <a:off x="744195" y="1753651"/>
            <a:ext cx="8064914" cy="4686541"/>
          </a:xfrm>
          <a:prstGeom prst="rect">
            <a:avLst/>
          </a:prstGeom>
        </p:spPr>
      </p:pic>
      <p:pic>
        <p:nvPicPr>
          <p:cNvPr id="13" name="Picture 12">
            <a:extLst>
              <a:ext uri="{FF2B5EF4-FFF2-40B4-BE49-F238E27FC236}">
                <a16:creationId xmlns:a16="http://schemas.microsoft.com/office/drawing/2014/main" id="{16DFDBDD-1CD2-AF17-352C-F6BB509B1619}"/>
              </a:ext>
            </a:extLst>
          </p:cNvPr>
          <p:cNvPicPr>
            <a:picLocks noChangeAspect="1"/>
          </p:cNvPicPr>
          <p:nvPr/>
        </p:nvPicPr>
        <p:blipFill>
          <a:blip r:embed="rId3"/>
          <a:stretch>
            <a:fillRect/>
          </a:stretch>
        </p:blipFill>
        <p:spPr>
          <a:xfrm>
            <a:off x="8978282" y="1027906"/>
            <a:ext cx="2883048" cy="5429529"/>
          </a:xfrm>
          <a:prstGeom prst="rect">
            <a:avLst/>
          </a:prstGeom>
        </p:spPr>
      </p:pic>
      <p:sp>
        <p:nvSpPr>
          <p:cNvPr id="14" name="TextBox 13">
            <a:extLst>
              <a:ext uri="{FF2B5EF4-FFF2-40B4-BE49-F238E27FC236}">
                <a16:creationId xmlns:a16="http://schemas.microsoft.com/office/drawing/2014/main" id="{6F122308-9022-8E77-F29C-751B5394BEDF}"/>
              </a:ext>
            </a:extLst>
          </p:cNvPr>
          <p:cNvSpPr txBox="1"/>
          <p:nvPr/>
        </p:nvSpPr>
        <p:spPr>
          <a:xfrm>
            <a:off x="8063495" y="6503155"/>
            <a:ext cx="3797835" cy="369332"/>
          </a:xfrm>
          <a:prstGeom prst="rect">
            <a:avLst/>
          </a:prstGeom>
          <a:noFill/>
        </p:spPr>
        <p:txBody>
          <a:bodyPr wrap="none" rtlCol="0">
            <a:spAutoFit/>
          </a:bodyPr>
          <a:lstStyle/>
          <a:p>
            <a:r>
              <a:rPr lang="en-US" dirty="0" err="1"/>
              <a:t>Arsovski</a:t>
            </a:r>
            <a:r>
              <a:rPr lang="en-US" dirty="0"/>
              <a:t> et al. (2026) Ecology Letters</a:t>
            </a:r>
          </a:p>
        </p:txBody>
      </p:sp>
    </p:spTree>
    <p:extLst>
      <p:ext uri="{BB962C8B-B14F-4D97-AF65-F5344CB8AC3E}">
        <p14:creationId xmlns:p14="http://schemas.microsoft.com/office/powerpoint/2010/main" val="2423801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FD928-1053-F1FE-A5C3-03CC4A481317}"/>
              </a:ext>
            </a:extLst>
          </p:cNvPr>
          <p:cNvSpPr>
            <a:spLocks noGrp="1"/>
          </p:cNvSpPr>
          <p:nvPr>
            <p:ph type="title"/>
          </p:nvPr>
        </p:nvSpPr>
        <p:spPr/>
        <p:txBody>
          <a:bodyPr/>
          <a:lstStyle/>
          <a:p>
            <a:r>
              <a:rPr lang="en-US" dirty="0"/>
              <a:t>Hermann’s Tortoises Data</a:t>
            </a:r>
          </a:p>
        </p:txBody>
      </p:sp>
      <p:pic>
        <p:nvPicPr>
          <p:cNvPr id="8" name="Picture 7">
            <a:extLst>
              <a:ext uri="{FF2B5EF4-FFF2-40B4-BE49-F238E27FC236}">
                <a16:creationId xmlns:a16="http://schemas.microsoft.com/office/drawing/2014/main" id="{C17FB3D8-FB0A-6581-F78B-95CEB87F8B70}"/>
              </a:ext>
            </a:extLst>
          </p:cNvPr>
          <p:cNvPicPr>
            <a:picLocks noChangeAspect="1"/>
          </p:cNvPicPr>
          <p:nvPr/>
        </p:nvPicPr>
        <p:blipFill>
          <a:blip r:embed="rId3"/>
          <a:stretch>
            <a:fillRect/>
          </a:stretch>
        </p:blipFill>
        <p:spPr>
          <a:xfrm>
            <a:off x="838200" y="2095631"/>
            <a:ext cx="7444341" cy="3847970"/>
          </a:xfrm>
          <a:prstGeom prst="rect">
            <a:avLst/>
          </a:prstGeom>
        </p:spPr>
      </p:pic>
      <p:pic>
        <p:nvPicPr>
          <p:cNvPr id="10" name="Picture 9">
            <a:extLst>
              <a:ext uri="{FF2B5EF4-FFF2-40B4-BE49-F238E27FC236}">
                <a16:creationId xmlns:a16="http://schemas.microsoft.com/office/drawing/2014/main" id="{35DE8B58-D871-623B-3C08-1B506FED0D24}"/>
              </a:ext>
            </a:extLst>
          </p:cNvPr>
          <p:cNvPicPr>
            <a:picLocks noChangeAspect="1"/>
          </p:cNvPicPr>
          <p:nvPr/>
        </p:nvPicPr>
        <p:blipFill>
          <a:blip r:embed="rId4"/>
          <a:stretch>
            <a:fillRect/>
          </a:stretch>
        </p:blipFill>
        <p:spPr>
          <a:xfrm>
            <a:off x="8978282" y="1027906"/>
            <a:ext cx="2883048" cy="5429529"/>
          </a:xfrm>
          <a:prstGeom prst="rect">
            <a:avLst/>
          </a:prstGeom>
        </p:spPr>
      </p:pic>
    </p:spTree>
    <p:extLst>
      <p:ext uri="{BB962C8B-B14F-4D97-AF65-F5344CB8AC3E}">
        <p14:creationId xmlns:p14="http://schemas.microsoft.com/office/powerpoint/2010/main" val="354841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1D3DA-027C-A265-C221-D9AC3350B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16360-B4AA-3542-A8A2-7FFBFCD811B6}"/>
              </a:ext>
            </a:extLst>
          </p:cNvPr>
          <p:cNvSpPr>
            <a:spLocks noGrp="1"/>
          </p:cNvSpPr>
          <p:nvPr>
            <p:ph type="title"/>
          </p:nvPr>
        </p:nvSpPr>
        <p:spPr>
          <a:xfrm>
            <a:off x="838200" y="2766218"/>
            <a:ext cx="10515600" cy="1325563"/>
          </a:xfrm>
        </p:spPr>
        <p:txBody>
          <a:bodyPr/>
          <a:lstStyle/>
          <a:p>
            <a:pPr algn="ctr"/>
            <a:r>
              <a:rPr lang="en-US" dirty="0"/>
              <a:t>Switch to ze code!</a:t>
            </a:r>
          </a:p>
        </p:txBody>
      </p:sp>
    </p:spTree>
    <p:extLst>
      <p:ext uri="{BB962C8B-B14F-4D97-AF65-F5344CB8AC3E}">
        <p14:creationId xmlns:p14="http://schemas.microsoft.com/office/powerpoint/2010/main" val="3346129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FE69D6-D6FA-CC78-423A-966B37891B1E}"/>
              </a:ext>
            </a:extLst>
          </p:cNvPr>
          <p:cNvPicPr>
            <a:picLocks noChangeAspect="1"/>
          </p:cNvPicPr>
          <p:nvPr/>
        </p:nvPicPr>
        <p:blipFill>
          <a:blip r:embed="rId2"/>
          <a:stretch>
            <a:fillRect/>
          </a:stretch>
        </p:blipFill>
        <p:spPr>
          <a:xfrm>
            <a:off x="2643752" y="1369985"/>
            <a:ext cx="6096000" cy="4381500"/>
          </a:xfrm>
          <a:prstGeom prst="rect">
            <a:avLst/>
          </a:prstGeom>
        </p:spPr>
      </p:pic>
    </p:spTree>
    <p:extLst>
      <p:ext uri="{BB962C8B-B14F-4D97-AF65-F5344CB8AC3E}">
        <p14:creationId xmlns:p14="http://schemas.microsoft.com/office/powerpoint/2010/main" val="3813715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5000-8765-617D-DA17-C1CC088E8DF6}"/>
              </a:ext>
            </a:extLst>
          </p:cNvPr>
          <p:cNvSpPr>
            <a:spLocks noGrp="1"/>
          </p:cNvSpPr>
          <p:nvPr>
            <p:ph type="title"/>
          </p:nvPr>
        </p:nvSpPr>
        <p:spPr/>
        <p:txBody>
          <a:bodyPr/>
          <a:lstStyle/>
          <a:p>
            <a:r>
              <a:rPr lang="en-US" dirty="0"/>
              <a:t>Additional Resources</a:t>
            </a:r>
          </a:p>
        </p:txBody>
      </p:sp>
      <p:sp>
        <p:nvSpPr>
          <p:cNvPr id="3" name="Content Placeholder 2">
            <a:extLst>
              <a:ext uri="{FF2B5EF4-FFF2-40B4-BE49-F238E27FC236}">
                <a16:creationId xmlns:a16="http://schemas.microsoft.com/office/drawing/2014/main" id="{DBBE3D40-01F5-8126-8A55-CC021A2466FE}"/>
              </a:ext>
            </a:extLst>
          </p:cNvPr>
          <p:cNvSpPr>
            <a:spLocks noGrp="1"/>
          </p:cNvSpPr>
          <p:nvPr>
            <p:ph idx="1"/>
          </p:nvPr>
        </p:nvSpPr>
        <p:spPr/>
        <p:txBody>
          <a:bodyPr/>
          <a:lstStyle/>
          <a:p>
            <a:r>
              <a:rPr lang="en-US" dirty="0">
                <a:hlinkClick r:id="rId2"/>
              </a:rPr>
              <a:t>Data visualization tips for clear communication | </a:t>
            </a:r>
            <a:r>
              <a:rPr lang="en-US" dirty="0" err="1">
                <a:hlinkClick r:id="rId2"/>
              </a:rPr>
              <a:t>Geckoboard</a:t>
            </a:r>
            <a:endParaRPr lang="en-US" dirty="0"/>
          </a:p>
          <a:p>
            <a:r>
              <a:rPr lang="en-US" dirty="0">
                <a:hlinkClick r:id="rId3"/>
              </a:rPr>
              <a:t>The R Graph Gallery – Help and inspiration for R charts</a:t>
            </a:r>
            <a:endParaRPr lang="en-US" dirty="0"/>
          </a:p>
          <a:p>
            <a:endParaRPr lang="en-US" dirty="0"/>
          </a:p>
        </p:txBody>
      </p:sp>
    </p:spTree>
    <p:extLst>
      <p:ext uri="{BB962C8B-B14F-4D97-AF65-F5344CB8AC3E}">
        <p14:creationId xmlns:p14="http://schemas.microsoft.com/office/powerpoint/2010/main" val="404399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8C7A-4171-EC51-4C38-92A4A2C69973}"/>
              </a:ext>
            </a:extLst>
          </p:cNvPr>
          <p:cNvSpPr>
            <a:spLocks noGrp="1"/>
          </p:cNvSpPr>
          <p:nvPr>
            <p:ph type="title"/>
          </p:nvPr>
        </p:nvSpPr>
        <p:spPr/>
        <p:txBody>
          <a:bodyPr/>
          <a:lstStyle/>
          <a:p>
            <a:r>
              <a:rPr lang="en-US" dirty="0"/>
              <a:t>R Vocabulary</a:t>
            </a:r>
          </a:p>
        </p:txBody>
      </p:sp>
      <p:sp>
        <p:nvSpPr>
          <p:cNvPr id="3" name="Content Placeholder 2">
            <a:extLst>
              <a:ext uri="{FF2B5EF4-FFF2-40B4-BE49-F238E27FC236}">
                <a16:creationId xmlns:a16="http://schemas.microsoft.com/office/drawing/2014/main" id="{C0E6885D-3C72-27E9-1A10-7C9447AFD4EF}"/>
              </a:ext>
            </a:extLst>
          </p:cNvPr>
          <p:cNvSpPr>
            <a:spLocks noGrp="1"/>
          </p:cNvSpPr>
          <p:nvPr>
            <p:ph idx="1"/>
          </p:nvPr>
        </p:nvSpPr>
        <p:spPr>
          <a:xfrm>
            <a:off x="838199" y="1825625"/>
            <a:ext cx="9809747" cy="4351338"/>
          </a:xfrm>
        </p:spPr>
        <p:txBody>
          <a:bodyPr/>
          <a:lstStyle/>
          <a:p>
            <a:r>
              <a:rPr lang="en-US" dirty="0"/>
              <a:t>Working directory</a:t>
            </a:r>
          </a:p>
          <a:p>
            <a:pPr lvl="1"/>
            <a:r>
              <a:rPr lang="en-US" dirty="0" err="1"/>
              <a:t>getwd</a:t>
            </a:r>
            <a:r>
              <a:rPr lang="en-US" dirty="0"/>
              <a:t>(), </a:t>
            </a:r>
            <a:r>
              <a:rPr lang="en-US" dirty="0" err="1"/>
              <a:t>setwd</a:t>
            </a:r>
            <a:r>
              <a:rPr lang="en-US" dirty="0"/>
              <a:t>()</a:t>
            </a:r>
          </a:p>
          <a:p>
            <a:r>
              <a:rPr lang="en-US" dirty="0"/>
              <a:t>R Project</a:t>
            </a:r>
          </a:p>
          <a:p>
            <a:endParaRPr lang="en-US" dirty="0"/>
          </a:p>
        </p:txBody>
      </p:sp>
      <p:pic>
        <p:nvPicPr>
          <p:cNvPr id="4" name="Picture 10" descr="R for cats · and cat lovers">
            <a:extLst>
              <a:ext uri="{FF2B5EF4-FFF2-40B4-BE49-F238E27FC236}">
                <a16:creationId xmlns:a16="http://schemas.microsoft.com/office/drawing/2014/main" id="{A8B3E215-F90F-8CE8-7593-AE9BFCDC7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0210" y="3326779"/>
            <a:ext cx="3805882" cy="2850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2119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588</TotalTime>
  <Words>702</Words>
  <Application>Microsoft Office PowerPoint</Application>
  <PresentationFormat>Widescreen</PresentationFormat>
  <Paragraphs>71</Paragraphs>
  <Slides>20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MES 503 Lab 2</vt:lpstr>
      <vt:lpstr>Announcements</vt:lpstr>
      <vt:lpstr>Organizing Ourselves</vt:lpstr>
      <vt:lpstr>How R integrates with your computer files</vt:lpstr>
      <vt:lpstr>How R integrates with your computer files</vt:lpstr>
      <vt:lpstr>How R integrates with your computer files</vt:lpstr>
      <vt:lpstr>Let’s set ourselves up for all our lab things!</vt:lpstr>
      <vt:lpstr>Switch to ze code!</vt:lpstr>
      <vt:lpstr>Part 2: Data Viz Continued</vt:lpstr>
      <vt:lpstr>Part 2: Data Viz Continued</vt:lpstr>
      <vt:lpstr>Part 2: Data Viz Continued</vt:lpstr>
      <vt:lpstr>Other reasons data viz is important</vt:lpstr>
      <vt:lpstr>Let’s make more visualizations! (and learn more R along the way…)</vt:lpstr>
      <vt:lpstr>The data we’ll be looking at…</vt:lpstr>
      <vt:lpstr>Hermann’s Tortoises</vt:lpstr>
      <vt:lpstr>Hermann’s Tortoises Data</vt:lpstr>
      <vt:lpstr>Switch to ze code!</vt:lpstr>
      <vt:lpstr>PowerPoint Presentation</vt:lpstr>
      <vt:lpstr>Additional Resources</vt:lpstr>
      <vt:lpstr>R Vocabulary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Kayla Blincow</dc:creator>
  <cp:lastModifiedBy>Kayla Blincow</cp:lastModifiedBy>
  <cp:revision>2</cp:revision>
  <dcterms:created xsi:type="dcterms:W3CDTF">2026-01-08T19:59:11Z</dcterms:created>
  <dcterms:modified xsi:type="dcterms:W3CDTF">2026-08-26T20:12:12Z</dcterms:modified>
</cp:coreProperties>
</file>